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Lato" panose="020F0502020204030203" pitchFamily="34" charset="0"/>
      <p:regular r:id="rId18"/>
      <p:bold r:id="rId19"/>
      <p:italic r:id="rId20"/>
      <p:boldItalic r:id="rId21"/>
    </p:embeddedFont>
    <p:embeddedFont>
      <p:font typeface="Poppins Bold" panose="020B0604020202020204" charset="0"/>
      <p:regular r:id="rId22"/>
    </p:embeddedFont>
    <p:embeddedFont>
      <p:font typeface="Roboto Condensed" panose="02000000000000000000" pitchFamily="2" charset="0"/>
      <p:regular r:id="rId23"/>
    </p:embeddedFont>
    <p:embeddedFont>
      <p:font typeface="Roboto Condensed Bold" panose="02000000000000000000"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2" d="100"/>
          <a:sy n="72" d="100"/>
        </p:scale>
        <p:origin x="65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7.sv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21.jpeg"/><Relationship Id="rId13" Type="http://schemas.openxmlformats.org/officeDocument/2006/relationships/image" Target="../media/image26.png"/><Relationship Id="rId18" Type="http://schemas.openxmlformats.org/officeDocument/2006/relationships/image" Target="../media/image31.svg"/><Relationship Id="rId3" Type="http://schemas.openxmlformats.org/officeDocument/2006/relationships/image" Target="../media/image3.svg"/><Relationship Id="rId7" Type="http://schemas.openxmlformats.org/officeDocument/2006/relationships/image" Target="../media/image20.svg"/><Relationship Id="rId12" Type="http://schemas.openxmlformats.org/officeDocument/2006/relationships/image" Target="../media/image25.svg"/><Relationship Id="rId17" Type="http://schemas.openxmlformats.org/officeDocument/2006/relationships/image" Target="../media/image30.png"/><Relationship Id="rId2" Type="http://schemas.openxmlformats.org/officeDocument/2006/relationships/image" Target="../media/image2.png"/><Relationship Id="rId16" Type="http://schemas.openxmlformats.org/officeDocument/2006/relationships/image" Target="../media/image29.sv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5.sv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4.png"/><Relationship Id="rId9" Type="http://schemas.openxmlformats.org/officeDocument/2006/relationships/image" Target="../media/image22.png"/><Relationship Id="rId14" Type="http://schemas.openxmlformats.org/officeDocument/2006/relationships/image" Target="../media/image27.sv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2.jpeg"/></Relationships>
</file>

<file path=ppt/slides/_rels/slide6.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svg"/><Relationship Id="rId3" Type="http://schemas.openxmlformats.org/officeDocument/2006/relationships/image" Target="../media/image5.svg"/><Relationship Id="rId7" Type="http://schemas.openxmlformats.org/officeDocument/2006/relationships/image" Target="../media/image38.svg"/><Relationship Id="rId12" Type="http://schemas.openxmlformats.org/officeDocument/2006/relationships/image" Target="../media/image4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7.png"/><Relationship Id="rId11" Type="http://schemas.openxmlformats.org/officeDocument/2006/relationships/image" Target="../media/image42.svg"/><Relationship Id="rId5" Type="http://schemas.openxmlformats.org/officeDocument/2006/relationships/image" Target="../media/image36.sv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sv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46.png"/><Relationship Id="rId3" Type="http://schemas.openxmlformats.org/officeDocument/2006/relationships/image" Target="../media/image3.svg"/><Relationship Id="rId7" Type="http://schemas.openxmlformats.org/officeDocument/2006/relationships/image" Target="../media/image23.svg"/><Relationship Id="rId12" Type="http://schemas.openxmlformats.org/officeDocument/2006/relationships/image" Target="../media/image45.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31.svg"/><Relationship Id="rId5" Type="http://schemas.openxmlformats.org/officeDocument/2006/relationships/image" Target="../media/image5.svg"/><Relationship Id="rId15" Type="http://schemas.openxmlformats.org/officeDocument/2006/relationships/image" Target="../media/image48.png"/><Relationship Id="rId10" Type="http://schemas.openxmlformats.org/officeDocument/2006/relationships/image" Target="../media/image30.png"/><Relationship Id="rId4" Type="http://schemas.openxmlformats.org/officeDocument/2006/relationships/image" Target="../media/image4.png"/><Relationship Id="rId9" Type="http://schemas.openxmlformats.org/officeDocument/2006/relationships/image" Target="../media/image27.svg"/><Relationship Id="rId14" Type="http://schemas.openxmlformats.org/officeDocument/2006/relationships/image" Target="../media/image47.jpe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9.jpeg"/><Relationship Id="rId5" Type="http://schemas.openxmlformats.org/officeDocument/2006/relationships/image" Target="../media/image5.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11.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image" Target="../media/image52.svg"/><Relationship Id="rId7" Type="http://schemas.openxmlformats.org/officeDocument/2006/relationships/image" Target="../media/image56.svg"/><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svg"/><Relationship Id="rId10" Type="http://schemas.openxmlformats.org/officeDocument/2006/relationships/image" Target="../media/image59.jpeg"/><Relationship Id="rId4" Type="http://schemas.openxmlformats.org/officeDocument/2006/relationships/image" Target="../media/image53.png"/><Relationship Id="rId9" Type="http://schemas.openxmlformats.org/officeDocument/2006/relationships/image" Target="../media/image58.jpeg"/></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746" r="-8746"/>
            </a:stretch>
          </a:blipFill>
        </p:spPr>
      </p:sp>
      <p:grpSp>
        <p:nvGrpSpPr>
          <p:cNvPr id="3" name="Group 3"/>
          <p:cNvGrpSpPr/>
          <p:nvPr/>
        </p:nvGrpSpPr>
        <p:grpSpPr>
          <a:xfrm rot="1060987">
            <a:off x="8395022" y="-1603437"/>
            <a:ext cx="12247371" cy="15299036"/>
            <a:chOff x="0" y="0"/>
            <a:chExt cx="3225645" cy="4029376"/>
          </a:xfrm>
        </p:grpSpPr>
        <p:sp>
          <p:nvSpPr>
            <p:cNvPr id="4" name="Freeform 4"/>
            <p:cNvSpPr/>
            <p:nvPr/>
          </p:nvSpPr>
          <p:spPr>
            <a:xfrm>
              <a:off x="0" y="0"/>
              <a:ext cx="3225645" cy="4029376"/>
            </a:xfrm>
            <a:custGeom>
              <a:avLst/>
              <a:gdLst/>
              <a:ahLst/>
              <a:cxnLst/>
              <a:rect l="l" t="t" r="r" b="b"/>
              <a:pathLst>
                <a:path w="3225645" h="4029376">
                  <a:moveTo>
                    <a:pt x="0" y="0"/>
                  </a:moveTo>
                  <a:lnTo>
                    <a:pt x="3225645" y="0"/>
                  </a:lnTo>
                  <a:lnTo>
                    <a:pt x="3225645" y="4029376"/>
                  </a:lnTo>
                  <a:lnTo>
                    <a:pt x="0" y="4029376"/>
                  </a:lnTo>
                  <a:close/>
                </a:path>
              </a:pathLst>
            </a:custGeom>
            <a:solidFill>
              <a:srgbClr val="072227">
                <a:alpha val="89804"/>
              </a:srgbClr>
            </a:solidFill>
          </p:spPr>
        </p:sp>
        <p:sp>
          <p:nvSpPr>
            <p:cNvPr id="5" name="TextBox 5"/>
            <p:cNvSpPr txBox="1"/>
            <p:nvPr/>
          </p:nvSpPr>
          <p:spPr>
            <a:xfrm>
              <a:off x="0" y="-38100"/>
              <a:ext cx="3225645" cy="406747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8922478" y="4836527"/>
            <a:ext cx="8978563" cy="1650224"/>
          </a:xfrm>
          <a:prstGeom prst="rect">
            <a:avLst/>
          </a:prstGeom>
        </p:spPr>
        <p:txBody>
          <a:bodyPr lIns="0" tIns="0" rIns="0" bIns="0" rtlCol="0" anchor="t">
            <a:spAutoFit/>
          </a:bodyPr>
          <a:lstStyle/>
          <a:p>
            <a:pPr algn="ctr">
              <a:lnSpc>
                <a:spcPts val="12997"/>
              </a:lnSpc>
            </a:pPr>
            <a:r>
              <a:rPr lang="en-US" sz="11109" b="1">
                <a:solidFill>
                  <a:srgbClr val="3DEDE8"/>
                </a:solidFill>
                <a:latin typeface="Roboto Condensed Bold"/>
                <a:ea typeface="Roboto Condensed Bold"/>
                <a:cs typeface="Roboto Condensed Bold"/>
                <a:sym typeface="Roboto Condensed Bold"/>
              </a:rPr>
              <a:t>STUDYMATE.AI</a:t>
            </a:r>
          </a:p>
        </p:txBody>
      </p:sp>
      <p:sp>
        <p:nvSpPr>
          <p:cNvPr id="7" name="Freeform 7"/>
          <p:cNvSpPr/>
          <p:nvPr/>
        </p:nvSpPr>
        <p:spPr>
          <a:xfrm rot="-4385921">
            <a:off x="1811542" y="4050978"/>
            <a:ext cx="13559562" cy="542382"/>
          </a:xfrm>
          <a:custGeom>
            <a:avLst/>
            <a:gdLst/>
            <a:ahLst/>
            <a:cxnLst/>
            <a:rect l="l" t="t" r="r" b="b"/>
            <a:pathLst>
              <a:path w="13559562" h="542382">
                <a:moveTo>
                  <a:pt x="0" y="0"/>
                </a:moveTo>
                <a:lnTo>
                  <a:pt x="13559563" y="0"/>
                </a:lnTo>
                <a:lnTo>
                  <a:pt x="13559563" y="542382"/>
                </a:lnTo>
                <a:lnTo>
                  <a:pt x="0" y="5423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11190053" y="-400110"/>
            <a:ext cx="7561508" cy="5198537"/>
          </a:xfrm>
          <a:custGeom>
            <a:avLst/>
            <a:gdLst/>
            <a:ahLst/>
            <a:cxnLst/>
            <a:rect l="l" t="t" r="r" b="b"/>
            <a:pathLst>
              <a:path w="7561508" h="5198537">
                <a:moveTo>
                  <a:pt x="0" y="0"/>
                </a:moveTo>
                <a:lnTo>
                  <a:pt x="7561507" y="0"/>
                </a:lnTo>
                <a:lnTo>
                  <a:pt x="7561507" y="5198537"/>
                </a:lnTo>
                <a:lnTo>
                  <a:pt x="0" y="51985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10800000">
            <a:off x="13411760" y="8542647"/>
            <a:ext cx="5711110" cy="1620528"/>
          </a:xfrm>
          <a:custGeom>
            <a:avLst/>
            <a:gdLst/>
            <a:ahLst/>
            <a:cxnLst/>
            <a:rect l="l" t="t" r="r" b="b"/>
            <a:pathLst>
              <a:path w="5711110" h="1620528">
                <a:moveTo>
                  <a:pt x="0" y="0"/>
                </a:moveTo>
                <a:lnTo>
                  <a:pt x="5711110" y="0"/>
                </a:lnTo>
                <a:lnTo>
                  <a:pt x="5711110" y="1620528"/>
                </a:lnTo>
                <a:lnTo>
                  <a:pt x="0" y="162052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TextBox 10"/>
          <p:cNvSpPr txBox="1"/>
          <p:nvPr/>
        </p:nvSpPr>
        <p:spPr>
          <a:xfrm>
            <a:off x="10074170" y="6496275"/>
            <a:ext cx="8213830" cy="1082654"/>
          </a:xfrm>
          <a:prstGeom prst="rect">
            <a:avLst/>
          </a:prstGeom>
        </p:spPr>
        <p:txBody>
          <a:bodyPr lIns="0" tIns="0" rIns="0" bIns="0" rtlCol="0" anchor="t">
            <a:spAutoFit/>
          </a:bodyPr>
          <a:lstStyle/>
          <a:p>
            <a:pPr algn="ctr">
              <a:lnSpc>
                <a:spcPts val="8437"/>
              </a:lnSpc>
            </a:pPr>
            <a:r>
              <a:rPr lang="en-US" sz="7211" b="1">
                <a:solidFill>
                  <a:srgbClr val="AEFEFF"/>
                </a:solidFill>
                <a:latin typeface="Roboto Condensed Bold"/>
                <a:ea typeface="Roboto Condensed Bold"/>
                <a:cs typeface="Roboto Condensed Bold"/>
                <a:sym typeface="Roboto Condensed Bold"/>
              </a:rPr>
              <a:t>FYP PROPOSAL</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2227"/>
        </a:solidFill>
        <a:effectLst/>
      </p:bgPr>
    </p:bg>
    <p:spTree>
      <p:nvGrpSpPr>
        <p:cNvPr id="1" name=""/>
        <p:cNvGrpSpPr/>
        <p:nvPr/>
      </p:nvGrpSpPr>
      <p:grpSpPr>
        <a:xfrm>
          <a:off x="0" y="0"/>
          <a:ext cx="0" cy="0"/>
          <a:chOff x="0" y="0"/>
          <a:chExt cx="0" cy="0"/>
        </a:xfrm>
      </p:grpSpPr>
      <p:grpSp>
        <p:nvGrpSpPr>
          <p:cNvPr id="2" name="Group 2"/>
          <p:cNvGrpSpPr/>
          <p:nvPr/>
        </p:nvGrpSpPr>
        <p:grpSpPr>
          <a:xfrm>
            <a:off x="-638050" y="9749654"/>
            <a:ext cx="18926050" cy="7002250"/>
            <a:chOff x="0" y="0"/>
            <a:chExt cx="4984639" cy="1844214"/>
          </a:xfrm>
        </p:grpSpPr>
        <p:sp>
          <p:nvSpPr>
            <p:cNvPr id="3" name="Freeform 3"/>
            <p:cNvSpPr/>
            <p:nvPr/>
          </p:nvSpPr>
          <p:spPr>
            <a:xfrm>
              <a:off x="0" y="0"/>
              <a:ext cx="4984639" cy="1844214"/>
            </a:xfrm>
            <a:custGeom>
              <a:avLst/>
              <a:gdLst/>
              <a:ahLst/>
              <a:cxnLst/>
              <a:rect l="l" t="t" r="r" b="b"/>
              <a:pathLst>
                <a:path w="4984639" h="1844214">
                  <a:moveTo>
                    <a:pt x="0" y="0"/>
                  </a:moveTo>
                  <a:lnTo>
                    <a:pt x="4984639" y="0"/>
                  </a:lnTo>
                  <a:lnTo>
                    <a:pt x="4984639" y="1844214"/>
                  </a:lnTo>
                  <a:lnTo>
                    <a:pt x="0" y="1844214"/>
                  </a:lnTo>
                  <a:close/>
                </a:path>
              </a:pathLst>
            </a:custGeom>
            <a:solidFill>
              <a:srgbClr val="4FBDBA"/>
            </a:solidFill>
          </p:spPr>
        </p:sp>
        <p:sp>
          <p:nvSpPr>
            <p:cNvPr id="4" name="TextBox 4"/>
            <p:cNvSpPr txBox="1"/>
            <p:nvPr/>
          </p:nvSpPr>
          <p:spPr>
            <a:xfrm>
              <a:off x="0" y="-38100"/>
              <a:ext cx="4984639" cy="1882314"/>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717876" y="2920042"/>
            <a:ext cx="4632892" cy="1484456"/>
          </a:xfrm>
          <a:custGeom>
            <a:avLst/>
            <a:gdLst/>
            <a:ahLst/>
            <a:cxnLst/>
            <a:rect l="l" t="t" r="r" b="b"/>
            <a:pathLst>
              <a:path w="4632892" h="1484456">
                <a:moveTo>
                  <a:pt x="0" y="0"/>
                </a:moveTo>
                <a:lnTo>
                  <a:pt x="4632893" y="0"/>
                </a:lnTo>
                <a:lnTo>
                  <a:pt x="4632893" y="1484456"/>
                </a:lnTo>
                <a:lnTo>
                  <a:pt x="0" y="14844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717876" y="5199592"/>
            <a:ext cx="4632892" cy="1484456"/>
          </a:xfrm>
          <a:custGeom>
            <a:avLst/>
            <a:gdLst/>
            <a:ahLst/>
            <a:cxnLst/>
            <a:rect l="l" t="t" r="r" b="b"/>
            <a:pathLst>
              <a:path w="4632892" h="1484456">
                <a:moveTo>
                  <a:pt x="0" y="0"/>
                </a:moveTo>
                <a:lnTo>
                  <a:pt x="4632893" y="0"/>
                </a:lnTo>
                <a:lnTo>
                  <a:pt x="4632893" y="1484456"/>
                </a:lnTo>
                <a:lnTo>
                  <a:pt x="0" y="14844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717876" y="7474623"/>
            <a:ext cx="4632892" cy="1484456"/>
          </a:xfrm>
          <a:custGeom>
            <a:avLst/>
            <a:gdLst/>
            <a:ahLst/>
            <a:cxnLst/>
            <a:rect l="l" t="t" r="r" b="b"/>
            <a:pathLst>
              <a:path w="4632892" h="1484456">
                <a:moveTo>
                  <a:pt x="0" y="0"/>
                </a:moveTo>
                <a:lnTo>
                  <a:pt x="4632893" y="0"/>
                </a:lnTo>
                <a:lnTo>
                  <a:pt x="4632893" y="1484456"/>
                </a:lnTo>
                <a:lnTo>
                  <a:pt x="0" y="14844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6828089" y="2920042"/>
            <a:ext cx="4632892" cy="1484456"/>
          </a:xfrm>
          <a:custGeom>
            <a:avLst/>
            <a:gdLst/>
            <a:ahLst/>
            <a:cxnLst/>
            <a:rect l="l" t="t" r="r" b="b"/>
            <a:pathLst>
              <a:path w="4632892" h="1484456">
                <a:moveTo>
                  <a:pt x="0" y="0"/>
                </a:moveTo>
                <a:lnTo>
                  <a:pt x="4632892" y="0"/>
                </a:lnTo>
                <a:lnTo>
                  <a:pt x="4632892" y="1484456"/>
                </a:lnTo>
                <a:lnTo>
                  <a:pt x="0" y="14844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6828089" y="5199592"/>
            <a:ext cx="4632892" cy="1484456"/>
          </a:xfrm>
          <a:custGeom>
            <a:avLst/>
            <a:gdLst/>
            <a:ahLst/>
            <a:cxnLst/>
            <a:rect l="l" t="t" r="r" b="b"/>
            <a:pathLst>
              <a:path w="4632892" h="1484456">
                <a:moveTo>
                  <a:pt x="0" y="0"/>
                </a:moveTo>
                <a:lnTo>
                  <a:pt x="4632892" y="0"/>
                </a:lnTo>
                <a:lnTo>
                  <a:pt x="4632892" y="1484456"/>
                </a:lnTo>
                <a:lnTo>
                  <a:pt x="0" y="14844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6828089" y="7474623"/>
            <a:ext cx="4632892" cy="1484456"/>
          </a:xfrm>
          <a:custGeom>
            <a:avLst/>
            <a:gdLst/>
            <a:ahLst/>
            <a:cxnLst/>
            <a:rect l="l" t="t" r="r" b="b"/>
            <a:pathLst>
              <a:path w="4632892" h="1484456">
                <a:moveTo>
                  <a:pt x="0" y="0"/>
                </a:moveTo>
                <a:lnTo>
                  <a:pt x="4632892" y="0"/>
                </a:lnTo>
                <a:lnTo>
                  <a:pt x="4632892" y="1484456"/>
                </a:lnTo>
                <a:lnTo>
                  <a:pt x="0" y="14844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a:off x="11937231" y="2920042"/>
            <a:ext cx="4632892" cy="1484456"/>
          </a:xfrm>
          <a:custGeom>
            <a:avLst/>
            <a:gdLst/>
            <a:ahLst/>
            <a:cxnLst/>
            <a:rect l="l" t="t" r="r" b="b"/>
            <a:pathLst>
              <a:path w="4632892" h="1484456">
                <a:moveTo>
                  <a:pt x="0" y="0"/>
                </a:moveTo>
                <a:lnTo>
                  <a:pt x="4632893" y="0"/>
                </a:lnTo>
                <a:lnTo>
                  <a:pt x="4632893" y="1484456"/>
                </a:lnTo>
                <a:lnTo>
                  <a:pt x="0" y="14844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1937231" y="5199592"/>
            <a:ext cx="4632892" cy="1484456"/>
          </a:xfrm>
          <a:custGeom>
            <a:avLst/>
            <a:gdLst/>
            <a:ahLst/>
            <a:cxnLst/>
            <a:rect l="l" t="t" r="r" b="b"/>
            <a:pathLst>
              <a:path w="4632892" h="1484456">
                <a:moveTo>
                  <a:pt x="0" y="0"/>
                </a:moveTo>
                <a:lnTo>
                  <a:pt x="4632893" y="0"/>
                </a:lnTo>
                <a:lnTo>
                  <a:pt x="4632893" y="1484456"/>
                </a:lnTo>
                <a:lnTo>
                  <a:pt x="0" y="14844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0" y="856107"/>
            <a:ext cx="5933725" cy="924672"/>
          </a:xfrm>
          <a:custGeom>
            <a:avLst/>
            <a:gdLst/>
            <a:ahLst/>
            <a:cxnLst/>
            <a:rect l="l" t="t" r="r" b="b"/>
            <a:pathLst>
              <a:path w="5933725" h="924672">
                <a:moveTo>
                  <a:pt x="0" y="0"/>
                </a:moveTo>
                <a:lnTo>
                  <a:pt x="5933725" y="0"/>
                </a:lnTo>
                <a:lnTo>
                  <a:pt x="5933725" y="924672"/>
                </a:lnTo>
                <a:lnTo>
                  <a:pt x="0" y="9246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a:off x="12671693" y="1303459"/>
            <a:ext cx="5616307" cy="634175"/>
          </a:xfrm>
          <a:custGeom>
            <a:avLst/>
            <a:gdLst/>
            <a:ahLst/>
            <a:cxnLst/>
            <a:rect l="l" t="t" r="r" b="b"/>
            <a:pathLst>
              <a:path w="5616307" h="634175">
                <a:moveTo>
                  <a:pt x="0" y="0"/>
                </a:moveTo>
                <a:lnTo>
                  <a:pt x="5616307" y="0"/>
                </a:lnTo>
                <a:lnTo>
                  <a:pt x="5616307" y="634175"/>
                </a:lnTo>
                <a:lnTo>
                  <a:pt x="0" y="6341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TextBox 15"/>
          <p:cNvSpPr txBox="1"/>
          <p:nvPr/>
        </p:nvSpPr>
        <p:spPr>
          <a:xfrm>
            <a:off x="5615772" y="1038225"/>
            <a:ext cx="7056457" cy="957834"/>
          </a:xfrm>
          <a:prstGeom prst="rect">
            <a:avLst/>
          </a:prstGeom>
        </p:spPr>
        <p:txBody>
          <a:bodyPr lIns="0" tIns="0" rIns="0" bIns="0" rtlCol="0" anchor="t">
            <a:spAutoFit/>
          </a:bodyPr>
          <a:lstStyle/>
          <a:p>
            <a:pPr algn="ctr">
              <a:lnSpc>
                <a:spcPts val="7487"/>
              </a:lnSpc>
            </a:pPr>
            <a:r>
              <a:rPr lang="en-US" sz="6399" b="1">
                <a:solidFill>
                  <a:srgbClr val="3DEDE8"/>
                </a:solidFill>
                <a:latin typeface="Roboto Condensed Bold"/>
                <a:ea typeface="Roboto Condensed Bold"/>
                <a:cs typeface="Roboto Condensed Bold"/>
                <a:sym typeface="Roboto Condensed Bold"/>
              </a:rPr>
              <a:t>Table Of Content</a:t>
            </a:r>
          </a:p>
        </p:txBody>
      </p:sp>
      <p:sp>
        <p:nvSpPr>
          <p:cNvPr id="16" name="TextBox 16"/>
          <p:cNvSpPr txBox="1"/>
          <p:nvPr/>
        </p:nvSpPr>
        <p:spPr>
          <a:xfrm>
            <a:off x="2471388" y="3368900"/>
            <a:ext cx="3163969" cy="596265"/>
          </a:xfrm>
          <a:prstGeom prst="rect">
            <a:avLst/>
          </a:prstGeom>
        </p:spPr>
        <p:txBody>
          <a:bodyPr lIns="0" tIns="0" rIns="0" bIns="0" rtlCol="0" anchor="t">
            <a:spAutoFit/>
          </a:bodyPr>
          <a:lstStyle/>
          <a:p>
            <a:pPr algn="ctr">
              <a:lnSpc>
                <a:spcPts val="4679"/>
              </a:lnSpc>
            </a:pPr>
            <a:r>
              <a:rPr lang="en-US" sz="3999" spc="199">
                <a:solidFill>
                  <a:srgbClr val="B2DEFF"/>
                </a:solidFill>
                <a:latin typeface="Roboto Condensed"/>
                <a:ea typeface="Roboto Condensed"/>
                <a:cs typeface="Roboto Condensed"/>
                <a:sym typeface="Roboto Condensed"/>
              </a:rPr>
              <a:t>Introduction</a:t>
            </a:r>
          </a:p>
        </p:txBody>
      </p:sp>
      <p:sp>
        <p:nvSpPr>
          <p:cNvPr id="17" name="TextBox 17"/>
          <p:cNvSpPr txBox="1"/>
          <p:nvPr/>
        </p:nvSpPr>
        <p:spPr>
          <a:xfrm>
            <a:off x="2471388" y="5353175"/>
            <a:ext cx="3163969" cy="1186815"/>
          </a:xfrm>
          <a:prstGeom prst="rect">
            <a:avLst/>
          </a:prstGeom>
        </p:spPr>
        <p:txBody>
          <a:bodyPr lIns="0" tIns="0" rIns="0" bIns="0" rtlCol="0" anchor="t">
            <a:spAutoFit/>
          </a:bodyPr>
          <a:lstStyle/>
          <a:p>
            <a:pPr algn="ctr">
              <a:lnSpc>
                <a:spcPts val="4679"/>
              </a:lnSpc>
            </a:pPr>
            <a:r>
              <a:rPr lang="en-US" sz="3999" spc="199">
                <a:solidFill>
                  <a:srgbClr val="B2DEFF"/>
                </a:solidFill>
                <a:latin typeface="Roboto Condensed"/>
                <a:ea typeface="Roboto Condensed"/>
                <a:cs typeface="Roboto Condensed"/>
                <a:sym typeface="Roboto Condensed"/>
              </a:rPr>
              <a:t>Literature Review</a:t>
            </a:r>
          </a:p>
        </p:txBody>
      </p:sp>
      <p:sp>
        <p:nvSpPr>
          <p:cNvPr id="18" name="TextBox 18"/>
          <p:cNvSpPr txBox="1"/>
          <p:nvPr/>
        </p:nvSpPr>
        <p:spPr>
          <a:xfrm>
            <a:off x="2471388" y="7617498"/>
            <a:ext cx="3163969" cy="1186815"/>
          </a:xfrm>
          <a:prstGeom prst="rect">
            <a:avLst/>
          </a:prstGeom>
        </p:spPr>
        <p:txBody>
          <a:bodyPr lIns="0" tIns="0" rIns="0" bIns="0" rtlCol="0" anchor="t">
            <a:spAutoFit/>
          </a:bodyPr>
          <a:lstStyle/>
          <a:p>
            <a:pPr algn="ctr">
              <a:lnSpc>
                <a:spcPts val="4679"/>
              </a:lnSpc>
            </a:pPr>
            <a:r>
              <a:rPr lang="en-US" sz="3999" spc="199">
                <a:solidFill>
                  <a:srgbClr val="B2DEFF"/>
                </a:solidFill>
                <a:latin typeface="Roboto Condensed"/>
                <a:ea typeface="Roboto Condensed"/>
                <a:cs typeface="Roboto Condensed"/>
                <a:sym typeface="Roboto Condensed"/>
              </a:rPr>
              <a:t>System Diagram</a:t>
            </a:r>
          </a:p>
        </p:txBody>
      </p:sp>
      <p:sp>
        <p:nvSpPr>
          <p:cNvPr id="19" name="TextBox 19"/>
          <p:cNvSpPr txBox="1"/>
          <p:nvPr/>
        </p:nvSpPr>
        <p:spPr>
          <a:xfrm>
            <a:off x="7562551" y="3073625"/>
            <a:ext cx="3163969" cy="1186815"/>
          </a:xfrm>
          <a:prstGeom prst="rect">
            <a:avLst/>
          </a:prstGeom>
        </p:spPr>
        <p:txBody>
          <a:bodyPr lIns="0" tIns="0" rIns="0" bIns="0" rtlCol="0" anchor="t">
            <a:spAutoFit/>
          </a:bodyPr>
          <a:lstStyle/>
          <a:p>
            <a:pPr algn="ctr">
              <a:lnSpc>
                <a:spcPts val="4679"/>
              </a:lnSpc>
            </a:pPr>
            <a:r>
              <a:rPr lang="en-US" sz="3999" spc="199">
                <a:solidFill>
                  <a:srgbClr val="B2DEFF"/>
                </a:solidFill>
                <a:latin typeface="Roboto Condensed"/>
                <a:ea typeface="Roboto Condensed"/>
                <a:cs typeface="Roboto Condensed"/>
                <a:sym typeface="Roboto Condensed"/>
              </a:rPr>
              <a:t>Project Objectives</a:t>
            </a:r>
          </a:p>
        </p:txBody>
      </p:sp>
      <p:sp>
        <p:nvSpPr>
          <p:cNvPr id="20" name="TextBox 20"/>
          <p:cNvSpPr txBox="1"/>
          <p:nvPr/>
        </p:nvSpPr>
        <p:spPr>
          <a:xfrm>
            <a:off x="7676130" y="5353175"/>
            <a:ext cx="3163969" cy="1186815"/>
          </a:xfrm>
          <a:prstGeom prst="rect">
            <a:avLst/>
          </a:prstGeom>
        </p:spPr>
        <p:txBody>
          <a:bodyPr lIns="0" tIns="0" rIns="0" bIns="0" rtlCol="0" anchor="t">
            <a:spAutoFit/>
          </a:bodyPr>
          <a:lstStyle/>
          <a:p>
            <a:pPr algn="ctr">
              <a:lnSpc>
                <a:spcPts val="4679"/>
              </a:lnSpc>
            </a:pPr>
            <a:r>
              <a:rPr lang="en-US" sz="3999" spc="199">
                <a:solidFill>
                  <a:srgbClr val="B2DEFF"/>
                </a:solidFill>
                <a:latin typeface="Roboto Condensed"/>
                <a:ea typeface="Roboto Condensed"/>
                <a:cs typeface="Roboto Condensed"/>
                <a:sym typeface="Roboto Condensed"/>
              </a:rPr>
              <a:t>Solution/Key</a:t>
            </a:r>
          </a:p>
          <a:p>
            <a:pPr algn="ctr">
              <a:lnSpc>
                <a:spcPts val="4679"/>
              </a:lnSpc>
            </a:pPr>
            <a:r>
              <a:rPr lang="en-US" sz="3999" spc="199">
                <a:solidFill>
                  <a:srgbClr val="B2DEFF"/>
                </a:solidFill>
                <a:latin typeface="Roboto Condensed"/>
                <a:ea typeface="Roboto Condensed"/>
                <a:cs typeface="Roboto Condensed"/>
                <a:sym typeface="Roboto Condensed"/>
              </a:rPr>
              <a:t>Features</a:t>
            </a:r>
          </a:p>
        </p:txBody>
      </p:sp>
      <p:sp>
        <p:nvSpPr>
          <p:cNvPr id="21" name="TextBox 21"/>
          <p:cNvSpPr txBox="1"/>
          <p:nvPr/>
        </p:nvSpPr>
        <p:spPr>
          <a:xfrm>
            <a:off x="7562551" y="7636548"/>
            <a:ext cx="3163969" cy="1186815"/>
          </a:xfrm>
          <a:prstGeom prst="rect">
            <a:avLst/>
          </a:prstGeom>
        </p:spPr>
        <p:txBody>
          <a:bodyPr lIns="0" tIns="0" rIns="0" bIns="0" rtlCol="0" anchor="t">
            <a:spAutoFit/>
          </a:bodyPr>
          <a:lstStyle/>
          <a:p>
            <a:pPr algn="ctr">
              <a:lnSpc>
                <a:spcPts val="4679"/>
              </a:lnSpc>
            </a:pPr>
            <a:r>
              <a:rPr lang="en-US" sz="3999" spc="199">
                <a:solidFill>
                  <a:srgbClr val="B2DEFF"/>
                </a:solidFill>
                <a:latin typeface="Roboto Condensed"/>
                <a:ea typeface="Roboto Condensed"/>
                <a:cs typeface="Roboto Condensed"/>
                <a:sym typeface="Roboto Condensed"/>
              </a:rPr>
              <a:t>Project Planning</a:t>
            </a:r>
          </a:p>
        </p:txBody>
      </p:sp>
      <p:sp>
        <p:nvSpPr>
          <p:cNvPr id="22" name="TextBox 22"/>
          <p:cNvSpPr txBox="1"/>
          <p:nvPr/>
        </p:nvSpPr>
        <p:spPr>
          <a:xfrm>
            <a:off x="12672228" y="3073625"/>
            <a:ext cx="3163969" cy="1186815"/>
          </a:xfrm>
          <a:prstGeom prst="rect">
            <a:avLst/>
          </a:prstGeom>
        </p:spPr>
        <p:txBody>
          <a:bodyPr lIns="0" tIns="0" rIns="0" bIns="0" rtlCol="0" anchor="t">
            <a:spAutoFit/>
          </a:bodyPr>
          <a:lstStyle/>
          <a:p>
            <a:pPr algn="ctr">
              <a:lnSpc>
                <a:spcPts val="4679"/>
              </a:lnSpc>
            </a:pPr>
            <a:r>
              <a:rPr lang="en-US" sz="3999" spc="199">
                <a:solidFill>
                  <a:srgbClr val="B2DEFF"/>
                </a:solidFill>
                <a:latin typeface="Roboto Condensed"/>
                <a:ea typeface="Roboto Condensed"/>
                <a:cs typeface="Roboto Condensed"/>
                <a:sym typeface="Roboto Condensed"/>
              </a:rPr>
              <a:t>Problem Statement</a:t>
            </a:r>
          </a:p>
        </p:txBody>
      </p:sp>
      <p:sp>
        <p:nvSpPr>
          <p:cNvPr id="23" name="TextBox 23"/>
          <p:cNvSpPr txBox="1"/>
          <p:nvPr/>
        </p:nvSpPr>
        <p:spPr>
          <a:xfrm>
            <a:off x="12671693" y="5648450"/>
            <a:ext cx="3456029" cy="596265"/>
          </a:xfrm>
          <a:prstGeom prst="rect">
            <a:avLst/>
          </a:prstGeom>
        </p:spPr>
        <p:txBody>
          <a:bodyPr lIns="0" tIns="0" rIns="0" bIns="0" rtlCol="0" anchor="t">
            <a:spAutoFit/>
          </a:bodyPr>
          <a:lstStyle/>
          <a:p>
            <a:pPr algn="ctr">
              <a:lnSpc>
                <a:spcPts val="4679"/>
              </a:lnSpc>
            </a:pPr>
            <a:r>
              <a:rPr lang="en-US" sz="3999" spc="199">
                <a:solidFill>
                  <a:srgbClr val="B2DEFF"/>
                </a:solidFill>
                <a:latin typeface="Roboto Condensed"/>
                <a:ea typeface="Roboto Condensed"/>
                <a:cs typeface="Roboto Condensed"/>
                <a:sym typeface="Roboto Condensed"/>
              </a:rPr>
              <a:t>Methodologies</a:t>
            </a: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2227"/>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16230600" cy="8182927"/>
          </a:xfrm>
          <a:custGeom>
            <a:avLst/>
            <a:gdLst/>
            <a:ahLst/>
            <a:cxnLst/>
            <a:rect l="l" t="t" r="r" b="b"/>
            <a:pathLst>
              <a:path w="16230600" h="8182927">
                <a:moveTo>
                  <a:pt x="0" y="0"/>
                </a:moveTo>
                <a:lnTo>
                  <a:pt x="16230600" y="0"/>
                </a:lnTo>
                <a:lnTo>
                  <a:pt x="16230600" y="8182927"/>
                </a:lnTo>
                <a:lnTo>
                  <a:pt x="0" y="81829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434209" y="7500505"/>
            <a:ext cx="3940583" cy="346443"/>
          </a:xfrm>
          <a:custGeom>
            <a:avLst/>
            <a:gdLst/>
            <a:ahLst/>
            <a:cxnLst/>
            <a:rect l="l" t="t" r="r" b="b"/>
            <a:pathLst>
              <a:path w="3940583" h="346443">
                <a:moveTo>
                  <a:pt x="0" y="0"/>
                </a:moveTo>
                <a:lnTo>
                  <a:pt x="3940582" y="0"/>
                </a:lnTo>
                <a:lnTo>
                  <a:pt x="3940582" y="346443"/>
                </a:lnTo>
                <a:lnTo>
                  <a:pt x="0" y="3464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10800000">
            <a:off x="13614769" y="8389485"/>
            <a:ext cx="5520044" cy="3795030"/>
          </a:xfrm>
          <a:custGeom>
            <a:avLst/>
            <a:gdLst/>
            <a:ahLst/>
            <a:cxnLst/>
            <a:rect l="l" t="t" r="r" b="b"/>
            <a:pathLst>
              <a:path w="5520044" h="3795030">
                <a:moveTo>
                  <a:pt x="0" y="0"/>
                </a:moveTo>
                <a:lnTo>
                  <a:pt x="5520044" y="0"/>
                </a:lnTo>
                <a:lnTo>
                  <a:pt x="5520044" y="3795030"/>
                </a:lnTo>
                <a:lnTo>
                  <a:pt x="0" y="37950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10800000">
            <a:off x="16887969" y="-868815"/>
            <a:ext cx="5520044" cy="3795030"/>
          </a:xfrm>
          <a:custGeom>
            <a:avLst/>
            <a:gdLst/>
            <a:ahLst/>
            <a:cxnLst/>
            <a:rect l="l" t="t" r="r" b="b"/>
            <a:pathLst>
              <a:path w="5520044" h="3795030">
                <a:moveTo>
                  <a:pt x="0" y="0"/>
                </a:moveTo>
                <a:lnTo>
                  <a:pt x="5520044" y="0"/>
                </a:lnTo>
                <a:lnTo>
                  <a:pt x="5520044" y="3795030"/>
                </a:lnTo>
                <a:lnTo>
                  <a:pt x="0" y="37950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758541" y="-1897515"/>
            <a:ext cx="5520044" cy="3795030"/>
          </a:xfrm>
          <a:custGeom>
            <a:avLst/>
            <a:gdLst/>
            <a:ahLst/>
            <a:cxnLst/>
            <a:rect l="l" t="t" r="r" b="b"/>
            <a:pathLst>
              <a:path w="5520044" h="3795030">
                <a:moveTo>
                  <a:pt x="0" y="0"/>
                </a:moveTo>
                <a:lnTo>
                  <a:pt x="5520044" y="0"/>
                </a:lnTo>
                <a:lnTo>
                  <a:pt x="5520044" y="3795030"/>
                </a:lnTo>
                <a:lnTo>
                  <a:pt x="0" y="37950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3518563" y="7314112"/>
            <a:ext cx="5520044" cy="3795030"/>
          </a:xfrm>
          <a:custGeom>
            <a:avLst/>
            <a:gdLst/>
            <a:ahLst/>
            <a:cxnLst/>
            <a:rect l="l" t="t" r="r" b="b"/>
            <a:pathLst>
              <a:path w="5520044" h="3795030">
                <a:moveTo>
                  <a:pt x="0" y="0"/>
                </a:moveTo>
                <a:lnTo>
                  <a:pt x="5520044" y="0"/>
                </a:lnTo>
                <a:lnTo>
                  <a:pt x="5520044" y="3795031"/>
                </a:lnTo>
                <a:lnTo>
                  <a:pt x="0" y="37950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a:grpSpLocks noChangeAspect="1"/>
          </p:cNvGrpSpPr>
          <p:nvPr/>
        </p:nvGrpSpPr>
        <p:grpSpPr>
          <a:xfrm>
            <a:off x="11656183" y="3161959"/>
            <a:ext cx="5174636" cy="4154669"/>
            <a:chOff x="0" y="0"/>
            <a:chExt cx="7467600" cy="5995670"/>
          </a:xfrm>
        </p:grpSpPr>
        <p:sp>
          <p:nvSpPr>
            <p:cNvPr id="9" name="Freeform 9"/>
            <p:cNvSpPr/>
            <p:nvPr/>
          </p:nvSpPr>
          <p:spPr>
            <a:xfrm>
              <a:off x="0" y="0"/>
              <a:ext cx="7467600" cy="4513580"/>
            </a:xfrm>
            <a:custGeom>
              <a:avLst/>
              <a:gdLst/>
              <a:ahLst/>
              <a:cxnLst/>
              <a:rect l="l" t="t" r="r" b="b"/>
              <a:pathLst>
                <a:path w="7467600" h="451358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7151F"/>
            </a:solidFill>
          </p:spPr>
        </p:sp>
        <p:sp>
          <p:nvSpPr>
            <p:cNvPr id="10" name="Freeform 10"/>
            <p:cNvSpPr/>
            <p:nvPr/>
          </p:nvSpPr>
          <p:spPr>
            <a:xfrm>
              <a:off x="0" y="4514850"/>
              <a:ext cx="7467600" cy="695960"/>
            </a:xfrm>
            <a:custGeom>
              <a:avLst/>
              <a:gdLst/>
              <a:ahLst/>
              <a:cxnLst/>
              <a:rect l="l" t="t" r="r" b="b"/>
              <a:pathLst>
                <a:path w="7467600" h="69596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29696D"/>
            </a:solidFill>
          </p:spPr>
        </p:sp>
        <p:sp>
          <p:nvSpPr>
            <p:cNvPr id="11" name="Freeform 11"/>
            <p:cNvSpPr/>
            <p:nvPr/>
          </p:nvSpPr>
          <p:spPr>
            <a:xfrm>
              <a:off x="2429510" y="5210810"/>
              <a:ext cx="2606040" cy="791210"/>
            </a:xfrm>
            <a:custGeom>
              <a:avLst/>
              <a:gdLst/>
              <a:ahLst/>
              <a:cxnLst/>
              <a:rect l="l" t="t" r="r" b="b"/>
              <a:pathLst>
                <a:path w="2606040" h="791210">
                  <a:moveTo>
                    <a:pt x="1258570" y="0"/>
                  </a:moveTo>
                  <a:lnTo>
                    <a:pt x="453390" y="0"/>
                  </a:lnTo>
                  <a:cubicBezTo>
                    <a:pt x="453390" y="0"/>
                    <a:pt x="429260" y="370840"/>
                    <a:pt x="403860" y="525780"/>
                  </a:cubicBezTo>
                  <a:cubicBezTo>
                    <a:pt x="359410" y="791210"/>
                    <a:pt x="87630" y="706120"/>
                    <a:pt x="10160" y="762000"/>
                  </a:cubicBezTo>
                  <a:cubicBezTo>
                    <a:pt x="0" y="769620"/>
                    <a:pt x="5080" y="786130"/>
                    <a:pt x="17780" y="786130"/>
                  </a:cubicBezTo>
                  <a:lnTo>
                    <a:pt x="2588260" y="786130"/>
                  </a:lnTo>
                  <a:cubicBezTo>
                    <a:pt x="2600960" y="786130"/>
                    <a:pt x="2606040" y="769620"/>
                    <a:pt x="2595880" y="762000"/>
                  </a:cubicBezTo>
                  <a:cubicBezTo>
                    <a:pt x="2518410" y="706120"/>
                    <a:pt x="2246630" y="791210"/>
                    <a:pt x="2202180" y="525780"/>
                  </a:cubicBezTo>
                  <a:cubicBezTo>
                    <a:pt x="2176780" y="370840"/>
                    <a:pt x="2152650" y="0"/>
                    <a:pt x="2152650" y="0"/>
                  </a:cubicBezTo>
                  <a:lnTo>
                    <a:pt x="1258570" y="0"/>
                  </a:lnTo>
                  <a:close/>
                </a:path>
              </a:pathLst>
            </a:custGeom>
            <a:solidFill>
              <a:srgbClr val="29696D"/>
            </a:solidFill>
          </p:spPr>
        </p:sp>
        <p:sp>
          <p:nvSpPr>
            <p:cNvPr id="12" name="Freeform 12"/>
            <p:cNvSpPr/>
            <p:nvPr/>
          </p:nvSpPr>
          <p:spPr>
            <a:xfrm>
              <a:off x="314960" y="353060"/>
              <a:ext cx="6827520" cy="3835400"/>
            </a:xfrm>
            <a:custGeom>
              <a:avLst/>
              <a:gdLst/>
              <a:ahLst/>
              <a:cxnLst/>
              <a:rect l="l" t="t" r="r" b="b"/>
              <a:pathLst>
                <a:path w="6827520" h="3835400">
                  <a:moveTo>
                    <a:pt x="0" y="0"/>
                  </a:moveTo>
                  <a:lnTo>
                    <a:pt x="6827520" y="0"/>
                  </a:lnTo>
                  <a:lnTo>
                    <a:pt x="6827520" y="3835400"/>
                  </a:lnTo>
                  <a:lnTo>
                    <a:pt x="0" y="3835400"/>
                  </a:lnTo>
                  <a:close/>
                </a:path>
              </a:pathLst>
            </a:custGeom>
            <a:blipFill>
              <a:blip r:embed="rId8"/>
              <a:stretch>
                <a:fillRect t="-14705" b="-14705"/>
              </a:stretch>
            </a:blipFill>
          </p:spPr>
        </p:sp>
      </p:grpSp>
      <p:grpSp>
        <p:nvGrpSpPr>
          <p:cNvPr id="13" name="Group 13"/>
          <p:cNvGrpSpPr/>
          <p:nvPr/>
        </p:nvGrpSpPr>
        <p:grpSpPr>
          <a:xfrm>
            <a:off x="2489950" y="3419134"/>
            <a:ext cx="8862049" cy="2963451"/>
            <a:chOff x="0" y="0"/>
            <a:chExt cx="11816065" cy="3951268"/>
          </a:xfrm>
        </p:grpSpPr>
        <p:sp>
          <p:nvSpPr>
            <p:cNvPr id="14" name="TextBox 14"/>
            <p:cNvSpPr txBox="1"/>
            <p:nvPr/>
          </p:nvSpPr>
          <p:spPr>
            <a:xfrm>
              <a:off x="0" y="1589703"/>
              <a:ext cx="11816065" cy="2361565"/>
            </a:xfrm>
            <a:prstGeom prst="rect">
              <a:avLst/>
            </a:prstGeom>
          </p:spPr>
          <p:txBody>
            <a:bodyPr lIns="0" tIns="0" rIns="0" bIns="0" rtlCol="0" anchor="t">
              <a:spAutoFit/>
            </a:bodyPr>
            <a:lstStyle/>
            <a:p>
              <a:pPr algn="l">
                <a:lnSpc>
                  <a:spcPts val="3509"/>
                </a:lnSpc>
              </a:pPr>
              <a:r>
                <a:rPr lang="en-US" sz="3000" b="1">
                  <a:solidFill>
                    <a:srgbClr val="FFFFFF"/>
                  </a:solidFill>
                  <a:latin typeface="Roboto Condensed Bold"/>
                  <a:ea typeface="Roboto Condensed Bold"/>
                  <a:cs typeface="Roboto Condensed Bold"/>
                  <a:sym typeface="Roboto Condensed Bold"/>
                </a:rPr>
                <a:t>StudyMateAI</a:t>
              </a:r>
              <a:r>
                <a:rPr lang="en-US" sz="3000">
                  <a:solidFill>
                    <a:srgbClr val="FFFFFF"/>
                  </a:solidFill>
                  <a:latin typeface="Roboto Condensed"/>
                  <a:ea typeface="Roboto Condensed"/>
                  <a:cs typeface="Roboto Condensed"/>
                  <a:sym typeface="Roboto Condensed"/>
                </a:rPr>
                <a:t> an AI-powered educational platform designed to enhance the learning experience for students, parents, and teachers. By automating key tasks such as</a:t>
              </a:r>
            </a:p>
            <a:p>
              <a:pPr algn="l">
                <a:lnSpc>
                  <a:spcPts val="3509"/>
                </a:lnSpc>
              </a:pPr>
              <a:r>
                <a:rPr lang="en-US" sz="3000">
                  <a:solidFill>
                    <a:srgbClr val="FFFFFF"/>
                  </a:solidFill>
                  <a:latin typeface="Roboto Condensed"/>
                  <a:ea typeface="Roboto Condensed"/>
                  <a:cs typeface="Roboto Condensed"/>
                  <a:sym typeface="Roboto Condensed"/>
                </a:rPr>
                <a:t>Notes generation, quiz creation, and video summarization.</a:t>
              </a:r>
            </a:p>
          </p:txBody>
        </p:sp>
        <p:sp>
          <p:nvSpPr>
            <p:cNvPr id="15" name="TextBox 15"/>
            <p:cNvSpPr txBox="1"/>
            <p:nvPr/>
          </p:nvSpPr>
          <p:spPr>
            <a:xfrm>
              <a:off x="0" y="9525"/>
              <a:ext cx="9408609" cy="1280287"/>
            </a:xfrm>
            <a:prstGeom prst="rect">
              <a:avLst/>
            </a:prstGeom>
          </p:spPr>
          <p:txBody>
            <a:bodyPr lIns="0" tIns="0" rIns="0" bIns="0" rtlCol="0" anchor="t">
              <a:spAutoFit/>
            </a:bodyPr>
            <a:lstStyle/>
            <a:p>
              <a:pPr algn="l">
                <a:lnSpc>
                  <a:spcPts val="7487"/>
                </a:lnSpc>
              </a:pPr>
              <a:r>
                <a:rPr lang="en-US" sz="6399">
                  <a:solidFill>
                    <a:srgbClr val="3DEDE8"/>
                  </a:solidFill>
                  <a:latin typeface="Roboto Condensed"/>
                  <a:ea typeface="Roboto Condensed"/>
                  <a:cs typeface="Roboto Condensed"/>
                  <a:sym typeface="Roboto Condensed"/>
                </a:rPr>
                <a:t>Introduction</a:t>
              </a:r>
            </a:p>
          </p:txBody>
        </p:sp>
      </p:gr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2227"/>
        </a:solidFill>
        <a:effectLst/>
      </p:bgPr>
    </p:bg>
    <p:spTree>
      <p:nvGrpSpPr>
        <p:cNvPr id="1" name=""/>
        <p:cNvGrpSpPr/>
        <p:nvPr/>
      </p:nvGrpSpPr>
      <p:grpSpPr>
        <a:xfrm>
          <a:off x="0" y="0"/>
          <a:ext cx="0" cy="0"/>
          <a:chOff x="0" y="0"/>
          <a:chExt cx="0" cy="0"/>
        </a:xfrm>
      </p:grpSpPr>
      <p:grpSp>
        <p:nvGrpSpPr>
          <p:cNvPr id="2" name="Group 2"/>
          <p:cNvGrpSpPr/>
          <p:nvPr/>
        </p:nvGrpSpPr>
        <p:grpSpPr>
          <a:xfrm>
            <a:off x="-5521075" y="-979018"/>
            <a:ext cx="27488974" cy="3086100"/>
            <a:chOff x="0" y="0"/>
            <a:chExt cx="7239895" cy="812800"/>
          </a:xfrm>
        </p:grpSpPr>
        <p:sp>
          <p:nvSpPr>
            <p:cNvPr id="3" name="Freeform 3"/>
            <p:cNvSpPr/>
            <p:nvPr/>
          </p:nvSpPr>
          <p:spPr>
            <a:xfrm>
              <a:off x="0" y="0"/>
              <a:ext cx="7239895" cy="812800"/>
            </a:xfrm>
            <a:custGeom>
              <a:avLst/>
              <a:gdLst/>
              <a:ahLst/>
              <a:cxnLst/>
              <a:rect l="l" t="t" r="r" b="b"/>
              <a:pathLst>
                <a:path w="7239895" h="812800">
                  <a:moveTo>
                    <a:pt x="0" y="0"/>
                  </a:moveTo>
                  <a:lnTo>
                    <a:pt x="7239895" y="0"/>
                  </a:lnTo>
                  <a:lnTo>
                    <a:pt x="7239895" y="812800"/>
                  </a:lnTo>
                  <a:lnTo>
                    <a:pt x="0" y="812800"/>
                  </a:lnTo>
                  <a:close/>
                </a:path>
              </a:pathLst>
            </a:custGeom>
            <a:solidFill>
              <a:srgbClr val="35858B"/>
            </a:solidFill>
          </p:spPr>
        </p:sp>
        <p:sp>
          <p:nvSpPr>
            <p:cNvPr id="4" name="TextBox 4"/>
            <p:cNvSpPr txBox="1"/>
            <p:nvPr/>
          </p:nvSpPr>
          <p:spPr>
            <a:xfrm>
              <a:off x="0" y="-38100"/>
              <a:ext cx="7239895" cy="8509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rot="-10800000">
            <a:off x="-188613" y="1682342"/>
            <a:ext cx="18476613" cy="739065"/>
          </a:xfrm>
          <a:custGeom>
            <a:avLst/>
            <a:gdLst/>
            <a:ahLst/>
            <a:cxnLst/>
            <a:rect l="l" t="t" r="r" b="b"/>
            <a:pathLst>
              <a:path w="18476613" h="739065">
                <a:moveTo>
                  <a:pt x="0" y="0"/>
                </a:moveTo>
                <a:lnTo>
                  <a:pt x="18476613" y="0"/>
                </a:lnTo>
                <a:lnTo>
                  <a:pt x="18476613" y="739065"/>
                </a:lnTo>
                <a:lnTo>
                  <a:pt x="0" y="7390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0" y="-1714581"/>
            <a:ext cx="5520044" cy="3795030"/>
          </a:xfrm>
          <a:custGeom>
            <a:avLst/>
            <a:gdLst/>
            <a:ahLst/>
            <a:cxnLst/>
            <a:rect l="l" t="t" r="r" b="b"/>
            <a:pathLst>
              <a:path w="5520044" h="3795030">
                <a:moveTo>
                  <a:pt x="0" y="0"/>
                </a:moveTo>
                <a:lnTo>
                  <a:pt x="5520044" y="0"/>
                </a:lnTo>
                <a:lnTo>
                  <a:pt x="5520044" y="3795031"/>
                </a:lnTo>
                <a:lnTo>
                  <a:pt x="0" y="37950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10800000">
            <a:off x="13297375" y="-1714581"/>
            <a:ext cx="5520044" cy="3795030"/>
          </a:xfrm>
          <a:custGeom>
            <a:avLst/>
            <a:gdLst/>
            <a:ahLst/>
            <a:cxnLst/>
            <a:rect l="l" t="t" r="r" b="b"/>
            <a:pathLst>
              <a:path w="5520044" h="3795030">
                <a:moveTo>
                  <a:pt x="0" y="0"/>
                </a:moveTo>
                <a:lnTo>
                  <a:pt x="5520044" y="0"/>
                </a:lnTo>
                <a:lnTo>
                  <a:pt x="5520044" y="3795031"/>
                </a:lnTo>
                <a:lnTo>
                  <a:pt x="0" y="37950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10800000">
            <a:off x="-1170022" y="3433879"/>
            <a:ext cx="7290538" cy="4902887"/>
          </a:xfrm>
          <a:custGeom>
            <a:avLst/>
            <a:gdLst/>
            <a:ahLst/>
            <a:cxnLst/>
            <a:rect l="l" t="t" r="r" b="b"/>
            <a:pathLst>
              <a:path w="7290538" h="4902887">
                <a:moveTo>
                  <a:pt x="0" y="0"/>
                </a:moveTo>
                <a:lnTo>
                  <a:pt x="7290538" y="0"/>
                </a:lnTo>
                <a:lnTo>
                  <a:pt x="7290538" y="4902887"/>
                </a:lnTo>
                <a:lnTo>
                  <a:pt x="0" y="49028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9" name="Group 9"/>
          <p:cNvGrpSpPr>
            <a:grpSpLocks noChangeAspect="1"/>
          </p:cNvGrpSpPr>
          <p:nvPr/>
        </p:nvGrpSpPr>
        <p:grpSpPr>
          <a:xfrm>
            <a:off x="733895" y="4794086"/>
            <a:ext cx="4952440" cy="3065625"/>
            <a:chOff x="0" y="0"/>
            <a:chExt cx="6973570" cy="4316730"/>
          </a:xfrm>
        </p:grpSpPr>
        <p:sp>
          <p:nvSpPr>
            <p:cNvPr id="10" name="Freeform 10"/>
            <p:cNvSpPr/>
            <p:nvPr/>
          </p:nvSpPr>
          <p:spPr>
            <a:xfrm>
              <a:off x="0" y="0"/>
              <a:ext cx="6973570" cy="4316730"/>
            </a:xfrm>
            <a:custGeom>
              <a:avLst/>
              <a:gdLst/>
              <a:ahLst/>
              <a:cxnLst/>
              <a:rect l="l" t="t" r="r" b="b"/>
              <a:pathLst>
                <a:path w="6973570" h="4316730">
                  <a:moveTo>
                    <a:pt x="6228080" y="0"/>
                  </a:moveTo>
                  <a:lnTo>
                    <a:pt x="0" y="0"/>
                  </a:lnTo>
                  <a:lnTo>
                    <a:pt x="0" y="4316730"/>
                  </a:lnTo>
                  <a:lnTo>
                    <a:pt x="6973570" y="4316730"/>
                  </a:lnTo>
                  <a:lnTo>
                    <a:pt x="6973570" y="745490"/>
                  </a:lnTo>
                  <a:close/>
                </a:path>
              </a:pathLst>
            </a:custGeom>
            <a:blipFill>
              <a:blip r:embed="rId8"/>
              <a:stretch>
                <a:fillRect l="-6554" r="-6554"/>
              </a:stretch>
            </a:blipFill>
          </p:spPr>
        </p:sp>
        <p:sp>
          <p:nvSpPr>
            <p:cNvPr id="11" name="Freeform 11"/>
            <p:cNvSpPr/>
            <p:nvPr/>
          </p:nvSpPr>
          <p:spPr>
            <a:xfrm>
              <a:off x="6228080" y="0"/>
              <a:ext cx="745490" cy="745490"/>
            </a:xfrm>
            <a:custGeom>
              <a:avLst/>
              <a:gdLst/>
              <a:ahLst/>
              <a:cxnLst/>
              <a:rect l="l" t="t" r="r" b="b"/>
              <a:pathLst>
                <a:path w="745490" h="745490">
                  <a:moveTo>
                    <a:pt x="0" y="0"/>
                  </a:moveTo>
                  <a:lnTo>
                    <a:pt x="0" y="745490"/>
                  </a:lnTo>
                  <a:lnTo>
                    <a:pt x="745490" y="745490"/>
                  </a:lnTo>
                  <a:close/>
                </a:path>
              </a:pathLst>
            </a:custGeom>
            <a:solidFill>
              <a:srgbClr val="35858B"/>
            </a:solidFill>
          </p:spPr>
        </p:sp>
      </p:grpSp>
      <p:sp>
        <p:nvSpPr>
          <p:cNvPr id="12" name="TextBox 12"/>
          <p:cNvSpPr txBox="1"/>
          <p:nvPr/>
        </p:nvSpPr>
        <p:spPr>
          <a:xfrm>
            <a:off x="5587197" y="564032"/>
            <a:ext cx="7056457" cy="957834"/>
          </a:xfrm>
          <a:prstGeom prst="rect">
            <a:avLst/>
          </a:prstGeom>
        </p:spPr>
        <p:txBody>
          <a:bodyPr lIns="0" tIns="0" rIns="0" bIns="0" rtlCol="0" anchor="t">
            <a:spAutoFit/>
          </a:bodyPr>
          <a:lstStyle/>
          <a:p>
            <a:pPr algn="ctr">
              <a:lnSpc>
                <a:spcPts val="7487"/>
              </a:lnSpc>
            </a:pPr>
            <a:r>
              <a:rPr lang="en-US" sz="6399" b="1">
                <a:solidFill>
                  <a:srgbClr val="FFFFFF"/>
                </a:solidFill>
                <a:latin typeface="Roboto Condensed Bold"/>
                <a:ea typeface="Roboto Condensed Bold"/>
                <a:cs typeface="Roboto Condensed Bold"/>
                <a:sym typeface="Roboto Condensed Bold"/>
              </a:rPr>
              <a:t>Project Objectives</a:t>
            </a:r>
          </a:p>
        </p:txBody>
      </p:sp>
      <p:grpSp>
        <p:nvGrpSpPr>
          <p:cNvPr id="13" name="Group 13"/>
          <p:cNvGrpSpPr/>
          <p:nvPr/>
        </p:nvGrpSpPr>
        <p:grpSpPr>
          <a:xfrm>
            <a:off x="7177791" y="3273168"/>
            <a:ext cx="9986259" cy="5741904"/>
            <a:chOff x="0" y="0"/>
            <a:chExt cx="13315012" cy="7655872"/>
          </a:xfrm>
        </p:grpSpPr>
        <p:sp>
          <p:nvSpPr>
            <p:cNvPr id="14" name="Freeform 14"/>
            <p:cNvSpPr/>
            <p:nvPr/>
          </p:nvSpPr>
          <p:spPr>
            <a:xfrm>
              <a:off x="371358" y="303181"/>
              <a:ext cx="1034938" cy="926269"/>
            </a:xfrm>
            <a:custGeom>
              <a:avLst/>
              <a:gdLst/>
              <a:ahLst/>
              <a:cxnLst/>
              <a:rect l="l" t="t" r="r" b="b"/>
              <a:pathLst>
                <a:path w="1034938" h="926269">
                  <a:moveTo>
                    <a:pt x="0" y="0"/>
                  </a:moveTo>
                  <a:lnTo>
                    <a:pt x="1034938" y="0"/>
                  </a:lnTo>
                  <a:lnTo>
                    <a:pt x="1034938" y="926270"/>
                  </a:lnTo>
                  <a:lnTo>
                    <a:pt x="0" y="92627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5" name="Freeform 15"/>
            <p:cNvSpPr/>
            <p:nvPr/>
          </p:nvSpPr>
          <p:spPr>
            <a:xfrm>
              <a:off x="555604" y="2405107"/>
              <a:ext cx="850692" cy="954493"/>
            </a:xfrm>
            <a:custGeom>
              <a:avLst/>
              <a:gdLst/>
              <a:ahLst/>
              <a:cxnLst/>
              <a:rect l="l" t="t" r="r" b="b"/>
              <a:pathLst>
                <a:path w="850692" h="954493">
                  <a:moveTo>
                    <a:pt x="0" y="0"/>
                  </a:moveTo>
                  <a:lnTo>
                    <a:pt x="850692" y="0"/>
                  </a:lnTo>
                  <a:lnTo>
                    <a:pt x="850692" y="954493"/>
                  </a:lnTo>
                  <a:lnTo>
                    <a:pt x="0" y="95449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6" name="Freeform 16"/>
            <p:cNvSpPr/>
            <p:nvPr/>
          </p:nvSpPr>
          <p:spPr>
            <a:xfrm>
              <a:off x="555604" y="4476673"/>
              <a:ext cx="850692" cy="819855"/>
            </a:xfrm>
            <a:custGeom>
              <a:avLst/>
              <a:gdLst/>
              <a:ahLst/>
              <a:cxnLst/>
              <a:rect l="l" t="t" r="r" b="b"/>
              <a:pathLst>
                <a:path w="850692" h="819855">
                  <a:moveTo>
                    <a:pt x="0" y="0"/>
                  </a:moveTo>
                  <a:lnTo>
                    <a:pt x="850692" y="0"/>
                  </a:lnTo>
                  <a:lnTo>
                    <a:pt x="850692" y="819855"/>
                  </a:lnTo>
                  <a:lnTo>
                    <a:pt x="0" y="81985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7" name="Freeform 17"/>
            <p:cNvSpPr/>
            <p:nvPr/>
          </p:nvSpPr>
          <p:spPr>
            <a:xfrm>
              <a:off x="555604" y="6514390"/>
              <a:ext cx="850692" cy="890777"/>
            </a:xfrm>
            <a:custGeom>
              <a:avLst/>
              <a:gdLst/>
              <a:ahLst/>
              <a:cxnLst/>
              <a:rect l="l" t="t" r="r" b="b"/>
              <a:pathLst>
                <a:path w="850692" h="890777">
                  <a:moveTo>
                    <a:pt x="0" y="0"/>
                  </a:moveTo>
                  <a:lnTo>
                    <a:pt x="850692" y="0"/>
                  </a:lnTo>
                  <a:lnTo>
                    <a:pt x="850692" y="890777"/>
                  </a:lnTo>
                  <a:lnTo>
                    <a:pt x="0" y="89077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8" name="Freeform 18"/>
            <p:cNvSpPr/>
            <p:nvPr/>
          </p:nvSpPr>
          <p:spPr>
            <a:xfrm>
              <a:off x="0" y="0"/>
              <a:ext cx="4629208" cy="1556571"/>
            </a:xfrm>
            <a:custGeom>
              <a:avLst/>
              <a:gdLst/>
              <a:ahLst/>
              <a:cxnLst/>
              <a:rect l="l" t="t" r="r" b="b"/>
              <a:pathLst>
                <a:path w="4629208" h="1556571">
                  <a:moveTo>
                    <a:pt x="0" y="0"/>
                  </a:moveTo>
                  <a:lnTo>
                    <a:pt x="4629208" y="0"/>
                  </a:lnTo>
                  <a:lnTo>
                    <a:pt x="4629208" y="1556571"/>
                  </a:lnTo>
                  <a:lnTo>
                    <a:pt x="0" y="155657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9" name="Freeform 19"/>
            <p:cNvSpPr/>
            <p:nvPr/>
          </p:nvSpPr>
          <p:spPr>
            <a:xfrm>
              <a:off x="0" y="2032334"/>
              <a:ext cx="4629208" cy="1556571"/>
            </a:xfrm>
            <a:custGeom>
              <a:avLst/>
              <a:gdLst/>
              <a:ahLst/>
              <a:cxnLst/>
              <a:rect l="l" t="t" r="r" b="b"/>
              <a:pathLst>
                <a:path w="4629208" h="1556571">
                  <a:moveTo>
                    <a:pt x="0" y="0"/>
                  </a:moveTo>
                  <a:lnTo>
                    <a:pt x="4629208" y="0"/>
                  </a:lnTo>
                  <a:lnTo>
                    <a:pt x="4629208" y="1556571"/>
                  </a:lnTo>
                  <a:lnTo>
                    <a:pt x="0" y="155657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0" name="Freeform 20"/>
            <p:cNvSpPr/>
            <p:nvPr/>
          </p:nvSpPr>
          <p:spPr>
            <a:xfrm>
              <a:off x="0" y="4065817"/>
              <a:ext cx="4629208" cy="1556571"/>
            </a:xfrm>
            <a:custGeom>
              <a:avLst/>
              <a:gdLst/>
              <a:ahLst/>
              <a:cxnLst/>
              <a:rect l="l" t="t" r="r" b="b"/>
              <a:pathLst>
                <a:path w="4629208" h="1556571">
                  <a:moveTo>
                    <a:pt x="0" y="0"/>
                  </a:moveTo>
                  <a:lnTo>
                    <a:pt x="4629208" y="0"/>
                  </a:lnTo>
                  <a:lnTo>
                    <a:pt x="4629208" y="1556571"/>
                  </a:lnTo>
                  <a:lnTo>
                    <a:pt x="0" y="155657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1" name="Freeform 21"/>
            <p:cNvSpPr/>
            <p:nvPr/>
          </p:nvSpPr>
          <p:spPr>
            <a:xfrm>
              <a:off x="0" y="6099300"/>
              <a:ext cx="4629208" cy="1556571"/>
            </a:xfrm>
            <a:custGeom>
              <a:avLst/>
              <a:gdLst/>
              <a:ahLst/>
              <a:cxnLst/>
              <a:rect l="l" t="t" r="r" b="b"/>
              <a:pathLst>
                <a:path w="4629208" h="1556571">
                  <a:moveTo>
                    <a:pt x="0" y="0"/>
                  </a:moveTo>
                  <a:lnTo>
                    <a:pt x="4629208" y="0"/>
                  </a:lnTo>
                  <a:lnTo>
                    <a:pt x="4629208" y="1556572"/>
                  </a:lnTo>
                  <a:lnTo>
                    <a:pt x="0" y="155657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2" name="AutoShape 22"/>
            <p:cNvSpPr/>
            <p:nvPr/>
          </p:nvSpPr>
          <p:spPr>
            <a:xfrm>
              <a:off x="4629208" y="800365"/>
              <a:ext cx="1093276" cy="0"/>
            </a:xfrm>
            <a:prstGeom prst="line">
              <a:avLst/>
            </a:prstGeom>
            <a:ln w="63500" cap="flat">
              <a:solidFill>
                <a:srgbClr val="AEFEFF"/>
              </a:solidFill>
              <a:prstDash val="solid"/>
              <a:headEnd type="none" w="sm" len="sm"/>
              <a:tailEnd type="oval" w="lg" len="lg"/>
            </a:ln>
          </p:spPr>
        </p:sp>
        <p:sp>
          <p:nvSpPr>
            <p:cNvPr id="23" name="AutoShape 23"/>
            <p:cNvSpPr/>
            <p:nvPr/>
          </p:nvSpPr>
          <p:spPr>
            <a:xfrm>
              <a:off x="4629208" y="2841531"/>
              <a:ext cx="1093276" cy="0"/>
            </a:xfrm>
            <a:prstGeom prst="line">
              <a:avLst/>
            </a:prstGeom>
            <a:ln w="63500" cap="flat">
              <a:solidFill>
                <a:srgbClr val="AEFEFF"/>
              </a:solidFill>
              <a:prstDash val="solid"/>
              <a:headEnd type="none" w="sm" len="sm"/>
              <a:tailEnd type="oval" w="lg" len="lg"/>
            </a:ln>
          </p:spPr>
        </p:sp>
        <p:sp>
          <p:nvSpPr>
            <p:cNvPr id="24" name="AutoShape 24"/>
            <p:cNvSpPr/>
            <p:nvPr/>
          </p:nvSpPr>
          <p:spPr>
            <a:xfrm>
              <a:off x="4629208" y="4917511"/>
              <a:ext cx="1093276" cy="0"/>
            </a:xfrm>
            <a:prstGeom prst="line">
              <a:avLst/>
            </a:prstGeom>
            <a:ln w="63500" cap="flat">
              <a:solidFill>
                <a:srgbClr val="AEFEFF"/>
              </a:solidFill>
              <a:prstDash val="solid"/>
              <a:headEnd type="none" w="sm" len="sm"/>
              <a:tailEnd type="oval" w="lg" len="lg"/>
            </a:ln>
          </p:spPr>
        </p:sp>
        <p:sp>
          <p:nvSpPr>
            <p:cNvPr id="25" name="AutoShape 25"/>
            <p:cNvSpPr/>
            <p:nvPr/>
          </p:nvSpPr>
          <p:spPr>
            <a:xfrm>
              <a:off x="4629208" y="6990690"/>
              <a:ext cx="1093276" cy="0"/>
            </a:xfrm>
            <a:prstGeom prst="line">
              <a:avLst/>
            </a:prstGeom>
            <a:ln w="63500" cap="flat">
              <a:solidFill>
                <a:srgbClr val="AEFEFF"/>
              </a:solidFill>
              <a:prstDash val="solid"/>
              <a:headEnd type="none" w="sm" len="sm"/>
              <a:tailEnd type="oval" w="lg" len="lg"/>
            </a:ln>
          </p:spPr>
        </p:sp>
        <p:sp>
          <p:nvSpPr>
            <p:cNvPr id="26" name="TextBox 26"/>
            <p:cNvSpPr txBox="1"/>
            <p:nvPr/>
          </p:nvSpPr>
          <p:spPr>
            <a:xfrm>
              <a:off x="1601003" y="123781"/>
              <a:ext cx="2318021" cy="1285071"/>
            </a:xfrm>
            <a:prstGeom prst="rect">
              <a:avLst/>
            </a:prstGeom>
          </p:spPr>
          <p:txBody>
            <a:bodyPr lIns="0" tIns="0" rIns="0" bIns="0" rtlCol="0" anchor="t">
              <a:spAutoFit/>
            </a:bodyPr>
            <a:lstStyle/>
            <a:p>
              <a:pPr algn="ctr">
                <a:lnSpc>
                  <a:spcPts val="2524"/>
                </a:lnSpc>
              </a:pPr>
              <a:r>
                <a:rPr lang="en-US" sz="2157">
                  <a:solidFill>
                    <a:srgbClr val="FFFFFF"/>
                  </a:solidFill>
                  <a:latin typeface="Roboto Condensed"/>
                  <a:ea typeface="Roboto Condensed"/>
                  <a:cs typeface="Roboto Condensed"/>
                  <a:sym typeface="Roboto Condensed"/>
                </a:rPr>
                <a:t>Automate Educational Processes</a:t>
              </a:r>
            </a:p>
          </p:txBody>
        </p:sp>
        <p:sp>
          <p:nvSpPr>
            <p:cNvPr id="27" name="TextBox 27"/>
            <p:cNvSpPr txBox="1"/>
            <p:nvPr/>
          </p:nvSpPr>
          <p:spPr>
            <a:xfrm>
              <a:off x="1503650" y="2164358"/>
              <a:ext cx="2512728" cy="1268273"/>
            </a:xfrm>
            <a:prstGeom prst="rect">
              <a:avLst/>
            </a:prstGeom>
          </p:spPr>
          <p:txBody>
            <a:bodyPr lIns="0" tIns="0" rIns="0" bIns="0" rtlCol="0" anchor="t">
              <a:spAutoFit/>
            </a:bodyPr>
            <a:lstStyle/>
            <a:p>
              <a:pPr algn="ctr">
                <a:lnSpc>
                  <a:spcPts val="2527"/>
                </a:lnSpc>
              </a:pPr>
              <a:r>
                <a:rPr lang="en-US" sz="2160">
                  <a:solidFill>
                    <a:srgbClr val="FFFFFF"/>
                  </a:solidFill>
                  <a:latin typeface="Roboto Condensed"/>
                  <a:ea typeface="Roboto Condensed"/>
                  <a:cs typeface="Roboto Condensed"/>
                  <a:sym typeface="Roboto Condensed"/>
                </a:rPr>
                <a:t>Enhance Learning Efficiency</a:t>
              </a:r>
            </a:p>
          </p:txBody>
        </p:sp>
        <p:sp>
          <p:nvSpPr>
            <p:cNvPr id="28" name="TextBox 28"/>
            <p:cNvSpPr txBox="1"/>
            <p:nvPr/>
          </p:nvSpPr>
          <p:spPr>
            <a:xfrm>
              <a:off x="1595555" y="4211205"/>
              <a:ext cx="2610082" cy="1268273"/>
            </a:xfrm>
            <a:prstGeom prst="rect">
              <a:avLst/>
            </a:prstGeom>
          </p:spPr>
          <p:txBody>
            <a:bodyPr lIns="0" tIns="0" rIns="0" bIns="0" rtlCol="0" anchor="t">
              <a:spAutoFit/>
            </a:bodyPr>
            <a:lstStyle/>
            <a:p>
              <a:pPr algn="ctr">
                <a:lnSpc>
                  <a:spcPts val="2527"/>
                </a:lnSpc>
              </a:pPr>
              <a:r>
                <a:rPr lang="en-US" sz="2160">
                  <a:solidFill>
                    <a:srgbClr val="FFFFFF"/>
                  </a:solidFill>
                  <a:latin typeface="Roboto Condensed"/>
                  <a:ea typeface="Roboto Condensed"/>
                  <a:cs typeface="Roboto Condensed"/>
                  <a:sym typeface="Roboto Condensed"/>
                </a:rPr>
                <a:t>Facilitate Parental Involvement</a:t>
              </a:r>
            </a:p>
          </p:txBody>
        </p:sp>
        <p:sp>
          <p:nvSpPr>
            <p:cNvPr id="29" name="TextBox 29"/>
            <p:cNvSpPr txBox="1"/>
            <p:nvPr/>
          </p:nvSpPr>
          <p:spPr>
            <a:xfrm>
              <a:off x="1447986" y="6257388"/>
              <a:ext cx="2939922" cy="1247616"/>
            </a:xfrm>
            <a:prstGeom prst="rect">
              <a:avLst/>
            </a:prstGeom>
          </p:spPr>
          <p:txBody>
            <a:bodyPr lIns="0" tIns="0" rIns="0" bIns="0" rtlCol="0" anchor="t">
              <a:spAutoFit/>
            </a:bodyPr>
            <a:lstStyle/>
            <a:p>
              <a:pPr algn="ctr">
                <a:lnSpc>
                  <a:spcPts val="2486"/>
                </a:lnSpc>
              </a:pPr>
              <a:r>
                <a:rPr lang="en-US" sz="2124">
                  <a:solidFill>
                    <a:srgbClr val="FFFFFF"/>
                  </a:solidFill>
                  <a:latin typeface="Roboto Condensed"/>
                  <a:ea typeface="Roboto Condensed"/>
                  <a:cs typeface="Roboto Condensed"/>
                  <a:sym typeface="Roboto Condensed"/>
                </a:rPr>
                <a:t>Improve Student Performance Tracking</a:t>
              </a:r>
            </a:p>
          </p:txBody>
        </p:sp>
        <p:sp>
          <p:nvSpPr>
            <p:cNvPr id="30" name="TextBox 30"/>
            <p:cNvSpPr txBox="1"/>
            <p:nvPr/>
          </p:nvSpPr>
          <p:spPr>
            <a:xfrm>
              <a:off x="5960940" y="170530"/>
              <a:ext cx="7328672" cy="1635631"/>
            </a:xfrm>
            <a:prstGeom prst="rect">
              <a:avLst/>
            </a:prstGeom>
          </p:spPr>
          <p:txBody>
            <a:bodyPr lIns="0" tIns="0" rIns="0" bIns="0" rtlCol="0" anchor="t">
              <a:spAutoFit/>
            </a:bodyPr>
            <a:lstStyle/>
            <a:p>
              <a:pPr algn="l">
                <a:lnSpc>
                  <a:spcPts val="2440"/>
                </a:lnSpc>
              </a:pPr>
              <a:r>
                <a:rPr lang="en-US" sz="2086">
                  <a:solidFill>
                    <a:srgbClr val="FFFFFF"/>
                  </a:solidFill>
                  <a:latin typeface="Roboto Condensed"/>
                  <a:ea typeface="Roboto Condensed"/>
                  <a:cs typeface="Roboto Condensed"/>
                  <a:sym typeface="Roboto Condensed"/>
                </a:rPr>
                <a:t>Develop AI-driven tools to automatically generate educational materials like notes and quizzes, reducing the workload for teachers and students.</a:t>
              </a:r>
            </a:p>
            <a:p>
              <a:pPr algn="l">
                <a:lnSpc>
                  <a:spcPts val="2440"/>
                </a:lnSpc>
              </a:pPr>
              <a:endParaRPr lang="en-US" sz="2086">
                <a:solidFill>
                  <a:srgbClr val="FFFFFF"/>
                </a:solidFill>
                <a:latin typeface="Roboto Condensed"/>
                <a:ea typeface="Roboto Condensed"/>
                <a:cs typeface="Roboto Condensed"/>
                <a:sym typeface="Roboto Condensed"/>
              </a:endParaRPr>
            </a:p>
          </p:txBody>
        </p:sp>
        <p:sp>
          <p:nvSpPr>
            <p:cNvPr id="31" name="TextBox 31"/>
            <p:cNvSpPr txBox="1"/>
            <p:nvPr/>
          </p:nvSpPr>
          <p:spPr>
            <a:xfrm>
              <a:off x="5960940" y="2202458"/>
              <a:ext cx="7328672" cy="1635631"/>
            </a:xfrm>
            <a:prstGeom prst="rect">
              <a:avLst/>
            </a:prstGeom>
          </p:spPr>
          <p:txBody>
            <a:bodyPr lIns="0" tIns="0" rIns="0" bIns="0" rtlCol="0" anchor="t">
              <a:spAutoFit/>
            </a:bodyPr>
            <a:lstStyle/>
            <a:p>
              <a:pPr algn="l">
                <a:lnSpc>
                  <a:spcPts val="2440"/>
                </a:lnSpc>
              </a:pPr>
              <a:r>
                <a:rPr lang="en-US" sz="2086">
                  <a:solidFill>
                    <a:srgbClr val="FFFFFF"/>
                  </a:solidFill>
                  <a:latin typeface="Roboto Condensed"/>
                  <a:ea typeface="Roboto Condensed"/>
                  <a:cs typeface="Roboto Condensed"/>
                  <a:sym typeface="Roboto Condensed"/>
                </a:rPr>
                <a:t>Improve students' learning experience by providing faster and more effective study materials and tools, enabling them to grasp concepts quickly.</a:t>
              </a:r>
            </a:p>
            <a:p>
              <a:pPr algn="l">
                <a:lnSpc>
                  <a:spcPts val="2440"/>
                </a:lnSpc>
              </a:pPr>
              <a:endParaRPr lang="en-US" sz="2086">
                <a:solidFill>
                  <a:srgbClr val="FFFFFF"/>
                </a:solidFill>
                <a:latin typeface="Roboto Condensed"/>
                <a:ea typeface="Roboto Condensed"/>
                <a:cs typeface="Roboto Condensed"/>
                <a:sym typeface="Roboto Condensed"/>
              </a:endParaRPr>
            </a:p>
          </p:txBody>
        </p:sp>
        <p:sp>
          <p:nvSpPr>
            <p:cNvPr id="32" name="TextBox 32"/>
            <p:cNvSpPr txBox="1"/>
            <p:nvPr/>
          </p:nvSpPr>
          <p:spPr>
            <a:xfrm>
              <a:off x="5986340" y="4249305"/>
              <a:ext cx="7328672" cy="1635631"/>
            </a:xfrm>
            <a:prstGeom prst="rect">
              <a:avLst/>
            </a:prstGeom>
          </p:spPr>
          <p:txBody>
            <a:bodyPr lIns="0" tIns="0" rIns="0" bIns="0" rtlCol="0" anchor="t">
              <a:spAutoFit/>
            </a:bodyPr>
            <a:lstStyle/>
            <a:p>
              <a:pPr algn="l">
                <a:lnSpc>
                  <a:spcPts val="2440"/>
                </a:lnSpc>
              </a:pPr>
              <a:r>
                <a:rPr lang="en-US" sz="2086">
                  <a:solidFill>
                    <a:srgbClr val="FFFFFF"/>
                  </a:solidFill>
                  <a:latin typeface="Roboto Condensed"/>
                  <a:ea typeface="Roboto Condensed"/>
                  <a:cs typeface="Roboto Condensed"/>
                  <a:sym typeface="Roboto Condensed"/>
                </a:rPr>
                <a:t>Empower parents to stay informed and actively involved in their child's academic journey through comprehensive dashboards.</a:t>
              </a:r>
            </a:p>
            <a:p>
              <a:pPr algn="l">
                <a:lnSpc>
                  <a:spcPts val="2440"/>
                </a:lnSpc>
              </a:pPr>
              <a:endParaRPr lang="en-US" sz="2086">
                <a:solidFill>
                  <a:srgbClr val="FFFFFF"/>
                </a:solidFill>
                <a:latin typeface="Roboto Condensed"/>
                <a:ea typeface="Roboto Condensed"/>
                <a:cs typeface="Roboto Condensed"/>
                <a:sym typeface="Roboto Condensed"/>
              </a:endParaRPr>
            </a:p>
          </p:txBody>
        </p:sp>
        <p:sp>
          <p:nvSpPr>
            <p:cNvPr id="33" name="TextBox 33"/>
            <p:cNvSpPr txBox="1"/>
            <p:nvPr/>
          </p:nvSpPr>
          <p:spPr>
            <a:xfrm>
              <a:off x="5973640" y="6351832"/>
              <a:ext cx="7328672" cy="1229373"/>
            </a:xfrm>
            <a:prstGeom prst="rect">
              <a:avLst/>
            </a:prstGeom>
          </p:spPr>
          <p:txBody>
            <a:bodyPr lIns="0" tIns="0" rIns="0" bIns="0" rtlCol="0" anchor="t">
              <a:spAutoFit/>
            </a:bodyPr>
            <a:lstStyle/>
            <a:p>
              <a:pPr algn="l">
                <a:lnSpc>
                  <a:spcPts val="2440"/>
                </a:lnSpc>
              </a:pPr>
              <a:r>
                <a:rPr lang="en-US" sz="2086">
                  <a:solidFill>
                    <a:srgbClr val="FFFFFF"/>
                  </a:solidFill>
                  <a:latin typeface="Roboto Condensed"/>
                  <a:ea typeface="Roboto Condensed"/>
                  <a:cs typeface="Roboto Condensed"/>
                  <a:sym typeface="Roboto Condensed"/>
                </a:rPr>
                <a:t>Develop a system that effectively monitors and tracks student progress, helping both students and teachers identify areas for improvement.</a:t>
              </a:r>
            </a:p>
          </p:txBody>
        </p:sp>
      </p:gr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2227"/>
        </a:solidFill>
        <a:effectLst/>
      </p:bgPr>
    </p:bg>
    <p:spTree>
      <p:nvGrpSpPr>
        <p:cNvPr id="1" name=""/>
        <p:cNvGrpSpPr/>
        <p:nvPr/>
      </p:nvGrpSpPr>
      <p:grpSpPr>
        <a:xfrm>
          <a:off x="0" y="0"/>
          <a:ext cx="0" cy="0"/>
          <a:chOff x="0" y="0"/>
          <a:chExt cx="0" cy="0"/>
        </a:xfrm>
      </p:grpSpPr>
      <p:sp>
        <p:nvSpPr>
          <p:cNvPr id="2" name="Freeform 2"/>
          <p:cNvSpPr/>
          <p:nvPr/>
        </p:nvSpPr>
        <p:spPr>
          <a:xfrm>
            <a:off x="-97353" y="-1468650"/>
            <a:ext cx="5520044" cy="3795030"/>
          </a:xfrm>
          <a:custGeom>
            <a:avLst/>
            <a:gdLst/>
            <a:ahLst/>
            <a:cxnLst/>
            <a:rect l="l" t="t" r="r" b="b"/>
            <a:pathLst>
              <a:path w="5520044" h="3795030">
                <a:moveTo>
                  <a:pt x="0" y="0"/>
                </a:moveTo>
                <a:lnTo>
                  <a:pt x="5520044" y="0"/>
                </a:lnTo>
                <a:lnTo>
                  <a:pt x="5520044" y="3795031"/>
                </a:lnTo>
                <a:lnTo>
                  <a:pt x="0" y="37950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13297375" y="-1714581"/>
            <a:ext cx="5520044" cy="3795030"/>
          </a:xfrm>
          <a:custGeom>
            <a:avLst/>
            <a:gdLst/>
            <a:ahLst/>
            <a:cxnLst/>
            <a:rect l="l" t="t" r="r" b="b"/>
            <a:pathLst>
              <a:path w="5520044" h="3795030">
                <a:moveTo>
                  <a:pt x="0" y="0"/>
                </a:moveTo>
                <a:lnTo>
                  <a:pt x="5520044" y="0"/>
                </a:lnTo>
                <a:lnTo>
                  <a:pt x="5520044" y="3795031"/>
                </a:lnTo>
                <a:lnTo>
                  <a:pt x="0" y="37950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77961" y="2107082"/>
            <a:ext cx="20817110" cy="8179918"/>
            <a:chOff x="0" y="0"/>
            <a:chExt cx="6037408" cy="2372352"/>
          </a:xfrm>
        </p:grpSpPr>
        <p:sp>
          <p:nvSpPr>
            <p:cNvPr id="5" name="Freeform 5"/>
            <p:cNvSpPr/>
            <p:nvPr/>
          </p:nvSpPr>
          <p:spPr>
            <a:xfrm>
              <a:off x="0" y="0"/>
              <a:ext cx="6037408" cy="2372352"/>
            </a:xfrm>
            <a:custGeom>
              <a:avLst/>
              <a:gdLst/>
              <a:ahLst/>
              <a:cxnLst/>
              <a:rect l="l" t="t" r="r" b="b"/>
              <a:pathLst>
                <a:path w="6037408" h="2372352">
                  <a:moveTo>
                    <a:pt x="0" y="0"/>
                  </a:moveTo>
                  <a:lnTo>
                    <a:pt x="6037408" y="0"/>
                  </a:lnTo>
                  <a:lnTo>
                    <a:pt x="6037408" y="2372352"/>
                  </a:lnTo>
                  <a:lnTo>
                    <a:pt x="0" y="2372352"/>
                  </a:lnTo>
                  <a:close/>
                </a:path>
              </a:pathLst>
            </a:custGeom>
            <a:solidFill>
              <a:srgbClr val="072227"/>
            </a:solidFill>
          </p:spPr>
        </p:sp>
        <p:sp>
          <p:nvSpPr>
            <p:cNvPr id="6" name="TextBox 6"/>
            <p:cNvSpPr txBox="1"/>
            <p:nvPr/>
          </p:nvSpPr>
          <p:spPr>
            <a:xfrm>
              <a:off x="0" y="-38100"/>
              <a:ext cx="6037408" cy="2410452"/>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rot="-10800000">
            <a:off x="12767956" y="8048238"/>
            <a:ext cx="5520044" cy="3795030"/>
          </a:xfrm>
          <a:custGeom>
            <a:avLst/>
            <a:gdLst/>
            <a:ahLst/>
            <a:cxnLst/>
            <a:rect l="l" t="t" r="r" b="b"/>
            <a:pathLst>
              <a:path w="5520044" h="3795030">
                <a:moveTo>
                  <a:pt x="0" y="0"/>
                </a:moveTo>
                <a:lnTo>
                  <a:pt x="5520044" y="0"/>
                </a:lnTo>
                <a:lnTo>
                  <a:pt x="5520044" y="3795031"/>
                </a:lnTo>
                <a:lnTo>
                  <a:pt x="0" y="37950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8" name="Group 8"/>
          <p:cNvGrpSpPr>
            <a:grpSpLocks noChangeAspect="1"/>
          </p:cNvGrpSpPr>
          <p:nvPr/>
        </p:nvGrpSpPr>
        <p:grpSpPr>
          <a:xfrm>
            <a:off x="9786413" y="2908729"/>
            <a:ext cx="7976100" cy="4574994"/>
            <a:chOff x="0" y="0"/>
            <a:chExt cx="7981950" cy="4578350"/>
          </a:xfrm>
        </p:grpSpPr>
        <p:sp>
          <p:nvSpPr>
            <p:cNvPr id="9" name="Freeform 9"/>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10" name="Freeform 10"/>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id="11" name="Freeform 11"/>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id="12" name="Freeform 12"/>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id="13" name="Freeform 13"/>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4"/>
              <a:stretch>
                <a:fillRect t="-6505" b="-6505"/>
              </a:stretch>
            </a:blipFill>
          </p:spPr>
        </p:sp>
      </p:grpSp>
      <p:sp>
        <p:nvSpPr>
          <p:cNvPr id="14" name="TextBox 14"/>
          <p:cNvSpPr txBox="1"/>
          <p:nvPr/>
        </p:nvSpPr>
        <p:spPr>
          <a:xfrm>
            <a:off x="1297116" y="2600378"/>
            <a:ext cx="5531770" cy="1736644"/>
          </a:xfrm>
          <a:prstGeom prst="rect">
            <a:avLst/>
          </a:prstGeom>
        </p:spPr>
        <p:txBody>
          <a:bodyPr lIns="0" tIns="0" rIns="0" bIns="0" rtlCol="0" anchor="t">
            <a:spAutoFit/>
          </a:bodyPr>
          <a:lstStyle/>
          <a:p>
            <a:pPr algn="l">
              <a:lnSpc>
                <a:spcPts val="6800"/>
              </a:lnSpc>
            </a:pPr>
            <a:r>
              <a:rPr lang="en-US" sz="5811" b="1">
                <a:solidFill>
                  <a:srgbClr val="3DEDE8"/>
                </a:solidFill>
                <a:latin typeface="Roboto Condensed Bold"/>
                <a:ea typeface="Roboto Condensed Bold"/>
                <a:cs typeface="Roboto Condensed Bold"/>
                <a:sym typeface="Roboto Condensed Bold"/>
              </a:rPr>
              <a:t>Problem Statement</a:t>
            </a:r>
          </a:p>
        </p:txBody>
      </p:sp>
      <p:sp>
        <p:nvSpPr>
          <p:cNvPr id="15" name="TextBox 15"/>
          <p:cNvSpPr txBox="1"/>
          <p:nvPr/>
        </p:nvSpPr>
        <p:spPr>
          <a:xfrm>
            <a:off x="1297116" y="4829306"/>
            <a:ext cx="8327373" cy="3989311"/>
          </a:xfrm>
          <a:prstGeom prst="rect">
            <a:avLst/>
          </a:prstGeom>
        </p:spPr>
        <p:txBody>
          <a:bodyPr lIns="0" tIns="0" rIns="0" bIns="0" rtlCol="0" anchor="t">
            <a:spAutoFit/>
          </a:bodyPr>
          <a:lstStyle/>
          <a:p>
            <a:pPr algn="l">
              <a:lnSpc>
                <a:spcPts val="3187"/>
              </a:lnSpc>
            </a:pPr>
            <a:r>
              <a:rPr lang="en-US" sz="2724">
                <a:solidFill>
                  <a:srgbClr val="FFFFFF"/>
                </a:solidFill>
                <a:latin typeface="Roboto Condensed"/>
                <a:ea typeface="Roboto Condensed"/>
                <a:cs typeface="Roboto Condensed"/>
                <a:sym typeface="Roboto Condensed"/>
              </a:rPr>
              <a:t>Traditional methods of creating educational materials are time-consuming and lack customization. Students struggle to access tailored content. Students and teachers face challenges in managing personalized learning, progress tracking. Parents often lack real-time insights into their child's progress.</a:t>
            </a:r>
          </a:p>
          <a:p>
            <a:pPr algn="l">
              <a:lnSpc>
                <a:spcPts val="3187"/>
              </a:lnSpc>
            </a:pPr>
            <a:r>
              <a:rPr lang="en-US" sz="2724">
                <a:solidFill>
                  <a:srgbClr val="FFFFFF"/>
                </a:solidFill>
                <a:latin typeface="Roboto Condensed"/>
                <a:ea typeface="Roboto Condensed"/>
                <a:cs typeface="Roboto Condensed"/>
                <a:sym typeface="Roboto Condensed"/>
              </a:rPr>
              <a:t>Current applications are often paid and not open source.</a:t>
            </a:r>
          </a:p>
          <a:p>
            <a:pPr algn="l">
              <a:lnSpc>
                <a:spcPts val="3187"/>
              </a:lnSpc>
            </a:pPr>
            <a:endParaRPr lang="en-US" sz="2724">
              <a:solidFill>
                <a:srgbClr val="FFFFFF"/>
              </a:solidFill>
              <a:latin typeface="Roboto Condensed"/>
              <a:ea typeface="Roboto Condensed"/>
              <a:cs typeface="Roboto Condensed"/>
              <a:sym typeface="Roboto Condensed"/>
            </a:endParaRPr>
          </a:p>
          <a:p>
            <a:pPr algn="l">
              <a:lnSpc>
                <a:spcPts val="3187"/>
              </a:lnSpc>
            </a:pPr>
            <a:endParaRPr lang="en-US" sz="2724">
              <a:solidFill>
                <a:srgbClr val="FFFFFF"/>
              </a:solidFill>
              <a:latin typeface="Roboto Condensed"/>
              <a:ea typeface="Roboto Condensed"/>
              <a:cs typeface="Roboto Condensed"/>
              <a:sym typeface="Roboto Condensed"/>
            </a:endParaRPr>
          </a:p>
          <a:p>
            <a:pPr algn="l">
              <a:lnSpc>
                <a:spcPts val="3187"/>
              </a:lnSpc>
            </a:pPr>
            <a:endParaRPr lang="en-US" sz="2724">
              <a:solidFill>
                <a:srgbClr val="FFFFFF"/>
              </a:solidFill>
              <a:latin typeface="Roboto Condensed"/>
              <a:ea typeface="Roboto Condensed"/>
              <a:cs typeface="Roboto Condensed"/>
              <a:sym typeface="Roboto Condensed"/>
            </a:endParaRPr>
          </a:p>
        </p:txBody>
      </p:sp>
      <p:sp>
        <p:nvSpPr>
          <p:cNvPr id="16" name="Freeform 16"/>
          <p:cNvSpPr/>
          <p:nvPr/>
        </p:nvSpPr>
        <p:spPr>
          <a:xfrm>
            <a:off x="-411070" y="8420724"/>
            <a:ext cx="5520044" cy="3795030"/>
          </a:xfrm>
          <a:custGeom>
            <a:avLst/>
            <a:gdLst/>
            <a:ahLst/>
            <a:cxnLst/>
            <a:rect l="l" t="t" r="r" b="b"/>
            <a:pathLst>
              <a:path w="5520044" h="3795030">
                <a:moveTo>
                  <a:pt x="0" y="0"/>
                </a:moveTo>
                <a:lnTo>
                  <a:pt x="5520044" y="0"/>
                </a:lnTo>
                <a:lnTo>
                  <a:pt x="5520044" y="3795030"/>
                </a:lnTo>
                <a:lnTo>
                  <a:pt x="0" y="37950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C7074"/>
        </a:solidFill>
        <a:effectLst/>
      </p:bgPr>
    </p:bg>
    <p:spTree>
      <p:nvGrpSpPr>
        <p:cNvPr id="1" name=""/>
        <p:cNvGrpSpPr/>
        <p:nvPr/>
      </p:nvGrpSpPr>
      <p:grpSpPr>
        <a:xfrm>
          <a:off x="0" y="0"/>
          <a:ext cx="0" cy="0"/>
          <a:chOff x="0" y="0"/>
          <a:chExt cx="0" cy="0"/>
        </a:xfrm>
      </p:grpSpPr>
      <p:grpSp>
        <p:nvGrpSpPr>
          <p:cNvPr id="2" name="Group 2"/>
          <p:cNvGrpSpPr/>
          <p:nvPr/>
        </p:nvGrpSpPr>
        <p:grpSpPr>
          <a:xfrm rot="1520675">
            <a:off x="-4198565" y="-4894394"/>
            <a:ext cx="12247371" cy="15299036"/>
            <a:chOff x="0" y="0"/>
            <a:chExt cx="3225645" cy="4029376"/>
          </a:xfrm>
        </p:grpSpPr>
        <p:sp>
          <p:nvSpPr>
            <p:cNvPr id="3" name="Freeform 3"/>
            <p:cNvSpPr/>
            <p:nvPr/>
          </p:nvSpPr>
          <p:spPr>
            <a:xfrm>
              <a:off x="0" y="0"/>
              <a:ext cx="3225645" cy="4029376"/>
            </a:xfrm>
            <a:custGeom>
              <a:avLst/>
              <a:gdLst/>
              <a:ahLst/>
              <a:cxnLst/>
              <a:rect l="l" t="t" r="r" b="b"/>
              <a:pathLst>
                <a:path w="3225645" h="4029376">
                  <a:moveTo>
                    <a:pt x="0" y="0"/>
                  </a:moveTo>
                  <a:lnTo>
                    <a:pt x="3225645" y="0"/>
                  </a:lnTo>
                  <a:lnTo>
                    <a:pt x="3225645" y="4029376"/>
                  </a:lnTo>
                  <a:lnTo>
                    <a:pt x="0" y="4029376"/>
                  </a:lnTo>
                  <a:close/>
                </a:path>
              </a:pathLst>
            </a:custGeom>
            <a:solidFill>
              <a:srgbClr val="072227">
                <a:alpha val="89804"/>
              </a:srgbClr>
            </a:solidFill>
          </p:spPr>
        </p:sp>
        <p:sp>
          <p:nvSpPr>
            <p:cNvPr id="4" name="TextBox 4"/>
            <p:cNvSpPr txBox="1"/>
            <p:nvPr/>
          </p:nvSpPr>
          <p:spPr>
            <a:xfrm>
              <a:off x="0" y="-38100"/>
              <a:ext cx="3225645" cy="4067476"/>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8700" y="8361880"/>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8554663" y="3225666"/>
            <a:ext cx="8291013" cy="3835669"/>
            <a:chOff x="0" y="0"/>
            <a:chExt cx="2183641" cy="1010217"/>
          </a:xfrm>
        </p:grpSpPr>
        <p:sp>
          <p:nvSpPr>
            <p:cNvPr id="7" name="Freeform 7"/>
            <p:cNvSpPr/>
            <p:nvPr/>
          </p:nvSpPr>
          <p:spPr>
            <a:xfrm>
              <a:off x="0" y="0"/>
              <a:ext cx="2183641" cy="1010217"/>
            </a:xfrm>
            <a:custGeom>
              <a:avLst/>
              <a:gdLst/>
              <a:ahLst/>
              <a:cxnLst/>
              <a:rect l="l" t="t" r="r" b="b"/>
              <a:pathLst>
                <a:path w="2183641" h="1010217">
                  <a:moveTo>
                    <a:pt x="59761" y="0"/>
                  </a:moveTo>
                  <a:lnTo>
                    <a:pt x="2123880" y="0"/>
                  </a:lnTo>
                  <a:cubicBezTo>
                    <a:pt x="2139730" y="0"/>
                    <a:pt x="2154930" y="6296"/>
                    <a:pt x="2166138" y="17504"/>
                  </a:cubicBezTo>
                  <a:cubicBezTo>
                    <a:pt x="2177345" y="28711"/>
                    <a:pt x="2183641" y="43912"/>
                    <a:pt x="2183641" y="59761"/>
                  </a:cubicBezTo>
                  <a:lnTo>
                    <a:pt x="2183641" y="950456"/>
                  </a:lnTo>
                  <a:cubicBezTo>
                    <a:pt x="2183641" y="983461"/>
                    <a:pt x="2156885" y="1010217"/>
                    <a:pt x="2123880" y="1010217"/>
                  </a:cubicBezTo>
                  <a:lnTo>
                    <a:pt x="59761" y="1010217"/>
                  </a:lnTo>
                  <a:cubicBezTo>
                    <a:pt x="43912" y="1010217"/>
                    <a:pt x="28711" y="1003921"/>
                    <a:pt x="17504" y="992714"/>
                  </a:cubicBezTo>
                  <a:cubicBezTo>
                    <a:pt x="6296" y="981506"/>
                    <a:pt x="0" y="966306"/>
                    <a:pt x="0" y="950456"/>
                  </a:cubicBezTo>
                  <a:lnTo>
                    <a:pt x="0" y="59761"/>
                  </a:lnTo>
                  <a:cubicBezTo>
                    <a:pt x="0" y="43912"/>
                    <a:pt x="6296" y="28711"/>
                    <a:pt x="17504" y="17504"/>
                  </a:cubicBezTo>
                  <a:cubicBezTo>
                    <a:pt x="28711" y="6296"/>
                    <a:pt x="43912" y="0"/>
                    <a:pt x="59761" y="0"/>
                  </a:cubicBezTo>
                  <a:close/>
                </a:path>
              </a:pathLst>
            </a:custGeom>
            <a:solidFill>
              <a:srgbClr val="000000">
                <a:alpha val="0"/>
              </a:srgbClr>
            </a:solidFill>
            <a:ln w="38100" cap="rnd">
              <a:solidFill>
                <a:srgbClr val="E5E1DA"/>
              </a:solidFill>
              <a:prstDash val="solid"/>
              <a:round/>
            </a:ln>
          </p:spPr>
        </p:sp>
        <p:sp>
          <p:nvSpPr>
            <p:cNvPr id="8" name="TextBox 8"/>
            <p:cNvSpPr txBox="1"/>
            <p:nvPr/>
          </p:nvSpPr>
          <p:spPr>
            <a:xfrm>
              <a:off x="0" y="-38100"/>
              <a:ext cx="2183641" cy="1048317"/>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8969573" y="3450907"/>
            <a:ext cx="7461194" cy="3337560"/>
          </a:xfrm>
          <a:prstGeom prst="rect">
            <a:avLst/>
          </a:prstGeom>
        </p:spPr>
        <p:txBody>
          <a:bodyPr lIns="0" tIns="0" rIns="0" bIns="0" rtlCol="0" anchor="t">
            <a:spAutoFit/>
          </a:bodyPr>
          <a:lstStyle/>
          <a:p>
            <a:pPr algn="l">
              <a:lnSpc>
                <a:spcPts val="2940"/>
              </a:lnSpc>
              <a:spcBef>
                <a:spcPct val="0"/>
              </a:spcBef>
            </a:pPr>
            <a:r>
              <a:rPr lang="en-US" sz="2100">
                <a:solidFill>
                  <a:srgbClr val="E5E1DA"/>
                </a:solidFill>
                <a:latin typeface="Lato"/>
                <a:ea typeface="Lato"/>
                <a:cs typeface="Lato"/>
                <a:sym typeface="Lato"/>
              </a:rPr>
              <a:t>AI in education automates tasks like quiz generation and video summarization, saving teachers time and providing students with tailored assessments and concise video summaries. Personalized learning systems use machine learning to adapt study materials to individual progress, improving learning outcomes. Additionally, AI platforms enhance parental involvement by offering real-time monitoring of student performance, fostering collaboration between parents, teachers, and students for better academic results.</a:t>
            </a:r>
          </a:p>
        </p:txBody>
      </p:sp>
      <p:sp>
        <p:nvSpPr>
          <p:cNvPr id="10" name="TextBox 10"/>
          <p:cNvSpPr txBox="1"/>
          <p:nvPr/>
        </p:nvSpPr>
        <p:spPr>
          <a:xfrm>
            <a:off x="1028700" y="6059170"/>
            <a:ext cx="5853180" cy="1762125"/>
          </a:xfrm>
          <a:prstGeom prst="rect">
            <a:avLst/>
          </a:prstGeom>
        </p:spPr>
        <p:txBody>
          <a:bodyPr lIns="0" tIns="0" rIns="0" bIns="0" rtlCol="0" anchor="t">
            <a:spAutoFit/>
          </a:bodyPr>
          <a:lstStyle/>
          <a:p>
            <a:pPr algn="l">
              <a:lnSpc>
                <a:spcPts val="6600"/>
              </a:lnSpc>
            </a:pPr>
            <a:r>
              <a:rPr lang="en-US" sz="6000" b="1">
                <a:solidFill>
                  <a:srgbClr val="FBF9F1"/>
                </a:solidFill>
                <a:latin typeface="Poppins Bold"/>
                <a:ea typeface="Poppins Bold"/>
                <a:cs typeface="Poppins Bold"/>
                <a:sym typeface="Poppins Bold"/>
              </a:rPr>
              <a:t>LITERATURE </a:t>
            </a:r>
          </a:p>
          <a:p>
            <a:pPr algn="l">
              <a:lnSpc>
                <a:spcPts val="6600"/>
              </a:lnSpc>
            </a:pPr>
            <a:r>
              <a:rPr lang="en-US" sz="6000" b="1">
                <a:solidFill>
                  <a:srgbClr val="FBF9F1"/>
                </a:solidFill>
                <a:latin typeface="Poppins Bold"/>
                <a:ea typeface="Poppins Bold"/>
                <a:cs typeface="Poppins Bold"/>
                <a:sym typeface="Poppins Bold"/>
              </a:rPr>
              <a:t>REVIEW</a:t>
            </a:r>
          </a:p>
        </p:txBody>
      </p:sp>
      <p:sp>
        <p:nvSpPr>
          <p:cNvPr id="11" name="Freeform 11"/>
          <p:cNvSpPr/>
          <p:nvPr/>
        </p:nvSpPr>
        <p:spPr>
          <a:xfrm rot="-10800000">
            <a:off x="-1851744" y="-1535900"/>
            <a:ext cx="7561508" cy="5198537"/>
          </a:xfrm>
          <a:custGeom>
            <a:avLst/>
            <a:gdLst/>
            <a:ahLst/>
            <a:cxnLst/>
            <a:rect l="l" t="t" r="r" b="b"/>
            <a:pathLst>
              <a:path w="7561508" h="5198537">
                <a:moveTo>
                  <a:pt x="0" y="0"/>
                </a:moveTo>
                <a:lnTo>
                  <a:pt x="7561507" y="0"/>
                </a:lnTo>
                <a:lnTo>
                  <a:pt x="7561507" y="5198536"/>
                </a:lnTo>
                <a:lnTo>
                  <a:pt x="0" y="51985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C7074"/>
        </a:solidFill>
        <a:effectLst/>
      </p:bgPr>
    </p:bg>
    <p:spTree>
      <p:nvGrpSpPr>
        <p:cNvPr id="1" name=""/>
        <p:cNvGrpSpPr/>
        <p:nvPr/>
      </p:nvGrpSpPr>
      <p:grpSpPr>
        <a:xfrm>
          <a:off x="0" y="0"/>
          <a:ext cx="0" cy="0"/>
          <a:chOff x="0" y="0"/>
          <a:chExt cx="0" cy="0"/>
        </a:xfrm>
      </p:grpSpPr>
      <p:grpSp>
        <p:nvGrpSpPr>
          <p:cNvPr id="2" name="Group 2"/>
          <p:cNvGrpSpPr/>
          <p:nvPr/>
        </p:nvGrpSpPr>
        <p:grpSpPr>
          <a:xfrm rot="2700000">
            <a:off x="11210608" y="685167"/>
            <a:ext cx="12247371" cy="16343099"/>
            <a:chOff x="0" y="0"/>
            <a:chExt cx="3225645" cy="4304355"/>
          </a:xfrm>
        </p:grpSpPr>
        <p:sp>
          <p:nvSpPr>
            <p:cNvPr id="3" name="Freeform 3"/>
            <p:cNvSpPr/>
            <p:nvPr/>
          </p:nvSpPr>
          <p:spPr>
            <a:xfrm>
              <a:off x="0" y="0"/>
              <a:ext cx="3225645" cy="4304355"/>
            </a:xfrm>
            <a:custGeom>
              <a:avLst/>
              <a:gdLst/>
              <a:ahLst/>
              <a:cxnLst/>
              <a:rect l="l" t="t" r="r" b="b"/>
              <a:pathLst>
                <a:path w="3225645" h="4304355">
                  <a:moveTo>
                    <a:pt x="0" y="0"/>
                  </a:moveTo>
                  <a:lnTo>
                    <a:pt x="3225645" y="0"/>
                  </a:lnTo>
                  <a:lnTo>
                    <a:pt x="3225645" y="4304355"/>
                  </a:lnTo>
                  <a:lnTo>
                    <a:pt x="0" y="4304355"/>
                  </a:lnTo>
                  <a:close/>
                </a:path>
              </a:pathLst>
            </a:custGeom>
            <a:solidFill>
              <a:srgbClr val="072227">
                <a:alpha val="89804"/>
              </a:srgbClr>
            </a:solidFill>
          </p:spPr>
        </p:sp>
        <p:sp>
          <p:nvSpPr>
            <p:cNvPr id="4" name="TextBox 4"/>
            <p:cNvSpPr txBox="1"/>
            <p:nvPr/>
          </p:nvSpPr>
          <p:spPr>
            <a:xfrm>
              <a:off x="0" y="-38100"/>
              <a:ext cx="3225645" cy="434245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rot="-10800000">
            <a:off x="-3360723" y="-1654072"/>
            <a:ext cx="7561508" cy="5198537"/>
          </a:xfrm>
          <a:custGeom>
            <a:avLst/>
            <a:gdLst/>
            <a:ahLst/>
            <a:cxnLst/>
            <a:rect l="l" t="t" r="r" b="b"/>
            <a:pathLst>
              <a:path w="7561508" h="5198537">
                <a:moveTo>
                  <a:pt x="0" y="0"/>
                </a:moveTo>
                <a:lnTo>
                  <a:pt x="7561508" y="0"/>
                </a:lnTo>
                <a:lnTo>
                  <a:pt x="7561508" y="5198536"/>
                </a:lnTo>
                <a:lnTo>
                  <a:pt x="0" y="51985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3114" y="3893325"/>
            <a:ext cx="4452664" cy="2834888"/>
          </a:xfrm>
          <a:custGeom>
            <a:avLst/>
            <a:gdLst/>
            <a:ahLst/>
            <a:cxnLst/>
            <a:rect l="l" t="t" r="r" b="b"/>
            <a:pathLst>
              <a:path w="4452664" h="2834888">
                <a:moveTo>
                  <a:pt x="0" y="0"/>
                </a:moveTo>
                <a:lnTo>
                  <a:pt x="4452663" y="0"/>
                </a:lnTo>
                <a:lnTo>
                  <a:pt x="4452663" y="2834887"/>
                </a:lnTo>
                <a:lnTo>
                  <a:pt x="0" y="28348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4998701" y="5672874"/>
            <a:ext cx="4452664" cy="2834888"/>
          </a:xfrm>
          <a:custGeom>
            <a:avLst/>
            <a:gdLst/>
            <a:ahLst/>
            <a:cxnLst/>
            <a:rect l="l" t="t" r="r" b="b"/>
            <a:pathLst>
              <a:path w="4452664" h="2834888">
                <a:moveTo>
                  <a:pt x="0" y="0"/>
                </a:moveTo>
                <a:lnTo>
                  <a:pt x="4452663" y="0"/>
                </a:lnTo>
                <a:lnTo>
                  <a:pt x="4452663" y="2834887"/>
                </a:lnTo>
                <a:lnTo>
                  <a:pt x="0" y="28348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8829694" y="3847041"/>
            <a:ext cx="4452664" cy="2834888"/>
          </a:xfrm>
          <a:custGeom>
            <a:avLst/>
            <a:gdLst/>
            <a:ahLst/>
            <a:cxnLst/>
            <a:rect l="l" t="t" r="r" b="b"/>
            <a:pathLst>
              <a:path w="4452664" h="2834888">
                <a:moveTo>
                  <a:pt x="0" y="0"/>
                </a:moveTo>
                <a:lnTo>
                  <a:pt x="4452664" y="0"/>
                </a:lnTo>
                <a:lnTo>
                  <a:pt x="4452664" y="2834888"/>
                </a:lnTo>
                <a:lnTo>
                  <a:pt x="0" y="28348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12816161" y="5672874"/>
            <a:ext cx="4452664" cy="2834888"/>
          </a:xfrm>
          <a:custGeom>
            <a:avLst/>
            <a:gdLst/>
            <a:ahLst/>
            <a:cxnLst/>
            <a:rect l="l" t="t" r="r" b="b"/>
            <a:pathLst>
              <a:path w="4452664" h="2834888">
                <a:moveTo>
                  <a:pt x="0" y="0"/>
                </a:moveTo>
                <a:lnTo>
                  <a:pt x="4452664" y="0"/>
                </a:lnTo>
                <a:lnTo>
                  <a:pt x="4452664" y="2834887"/>
                </a:lnTo>
                <a:lnTo>
                  <a:pt x="0" y="28348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2481149" y="4656835"/>
            <a:ext cx="1336593" cy="1196251"/>
          </a:xfrm>
          <a:custGeom>
            <a:avLst/>
            <a:gdLst/>
            <a:ahLst/>
            <a:cxnLst/>
            <a:rect l="l" t="t" r="r" b="b"/>
            <a:pathLst>
              <a:path w="1336593" h="1196251">
                <a:moveTo>
                  <a:pt x="0" y="0"/>
                </a:moveTo>
                <a:lnTo>
                  <a:pt x="1336593" y="0"/>
                </a:lnTo>
                <a:lnTo>
                  <a:pt x="1336593" y="1196250"/>
                </a:lnTo>
                <a:lnTo>
                  <a:pt x="0" y="11962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6627382" y="6418616"/>
            <a:ext cx="1197308" cy="1343403"/>
          </a:xfrm>
          <a:custGeom>
            <a:avLst/>
            <a:gdLst/>
            <a:ahLst/>
            <a:cxnLst/>
            <a:rect l="l" t="t" r="r" b="b"/>
            <a:pathLst>
              <a:path w="1197308" h="1343403">
                <a:moveTo>
                  <a:pt x="0" y="0"/>
                </a:moveTo>
                <a:lnTo>
                  <a:pt x="1197308" y="0"/>
                </a:lnTo>
                <a:lnTo>
                  <a:pt x="1197308" y="1343403"/>
                </a:lnTo>
                <a:lnTo>
                  <a:pt x="0" y="134340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10523842" y="4751593"/>
            <a:ext cx="1064368" cy="1025784"/>
          </a:xfrm>
          <a:custGeom>
            <a:avLst/>
            <a:gdLst/>
            <a:ahLst/>
            <a:cxnLst/>
            <a:rect l="l" t="t" r="r" b="b"/>
            <a:pathLst>
              <a:path w="1064368" h="1025784">
                <a:moveTo>
                  <a:pt x="0" y="0"/>
                </a:moveTo>
                <a:lnTo>
                  <a:pt x="1064368" y="0"/>
                </a:lnTo>
                <a:lnTo>
                  <a:pt x="1064368" y="1025784"/>
                </a:lnTo>
                <a:lnTo>
                  <a:pt x="0" y="102578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a:off x="14448002" y="6470919"/>
            <a:ext cx="1183051" cy="1238797"/>
          </a:xfrm>
          <a:custGeom>
            <a:avLst/>
            <a:gdLst/>
            <a:ahLst/>
            <a:cxnLst/>
            <a:rect l="l" t="t" r="r" b="b"/>
            <a:pathLst>
              <a:path w="1183051" h="1238797">
                <a:moveTo>
                  <a:pt x="0" y="0"/>
                </a:moveTo>
                <a:lnTo>
                  <a:pt x="1183051" y="0"/>
                </a:lnTo>
                <a:lnTo>
                  <a:pt x="1183051" y="1238797"/>
                </a:lnTo>
                <a:lnTo>
                  <a:pt x="0" y="123879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TextBox 14"/>
          <p:cNvSpPr txBox="1"/>
          <p:nvPr/>
        </p:nvSpPr>
        <p:spPr>
          <a:xfrm>
            <a:off x="13562943" y="279073"/>
            <a:ext cx="5853180" cy="1762125"/>
          </a:xfrm>
          <a:prstGeom prst="rect">
            <a:avLst/>
          </a:prstGeom>
        </p:spPr>
        <p:txBody>
          <a:bodyPr lIns="0" tIns="0" rIns="0" bIns="0" rtlCol="0" anchor="t">
            <a:spAutoFit/>
          </a:bodyPr>
          <a:lstStyle/>
          <a:p>
            <a:pPr algn="l">
              <a:lnSpc>
                <a:spcPts val="6600"/>
              </a:lnSpc>
            </a:pPr>
            <a:r>
              <a:rPr lang="en-US" sz="6000" b="1">
                <a:solidFill>
                  <a:srgbClr val="FBF9F1"/>
                </a:solidFill>
                <a:latin typeface="Poppins Bold"/>
                <a:ea typeface="Poppins Bold"/>
                <a:cs typeface="Poppins Bold"/>
                <a:sym typeface="Poppins Bold"/>
              </a:rPr>
              <a:t>KEY </a:t>
            </a:r>
          </a:p>
          <a:p>
            <a:pPr algn="l">
              <a:lnSpc>
                <a:spcPts val="6600"/>
              </a:lnSpc>
            </a:pPr>
            <a:r>
              <a:rPr lang="en-US" sz="6000" b="1">
                <a:solidFill>
                  <a:srgbClr val="FBF9F1"/>
                </a:solidFill>
                <a:latin typeface="Poppins Bold"/>
                <a:ea typeface="Poppins Bold"/>
                <a:cs typeface="Poppins Bold"/>
                <a:sym typeface="Poppins Bold"/>
              </a:rPr>
              <a:t>FEATURES</a:t>
            </a:r>
          </a:p>
        </p:txBody>
      </p:sp>
      <p:sp>
        <p:nvSpPr>
          <p:cNvPr id="15" name="TextBox 15"/>
          <p:cNvSpPr txBox="1"/>
          <p:nvPr/>
        </p:nvSpPr>
        <p:spPr>
          <a:xfrm>
            <a:off x="5375777" y="4336267"/>
            <a:ext cx="3529066" cy="1186815"/>
          </a:xfrm>
          <a:prstGeom prst="rect">
            <a:avLst/>
          </a:prstGeom>
        </p:spPr>
        <p:txBody>
          <a:bodyPr lIns="0" tIns="0" rIns="0" bIns="0" rtlCol="0" anchor="t">
            <a:spAutoFit/>
          </a:bodyPr>
          <a:lstStyle/>
          <a:p>
            <a:pPr algn="ctr">
              <a:lnSpc>
                <a:spcPts val="4679"/>
              </a:lnSpc>
            </a:pPr>
            <a:r>
              <a:rPr lang="en-US" sz="3999">
                <a:solidFill>
                  <a:srgbClr val="072227"/>
                </a:solidFill>
                <a:latin typeface="Roboto Condensed"/>
                <a:ea typeface="Roboto Condensed"/>
                <a:cs typeface="Roboto Condensed"/>
                <a:sym typeface="Roboto Condensed"/>
              </a:rPr>
              <a:t>Notes</a:t>
            </a:r>
          </a:p>
          <a:p>
            <a:pPr algn="ctr">
              <a:lnSpc>
                <a:spcPts val="4679"/>
              </a:lnSpc>
            </a:pPr>
            <a:r>
              <a:rPr lang="en-US" sz="3999">
                <a:solidFill>
                  <a:srgbClr val="072227"/>
                </a:solidFill>
                <a:latin typeface="Roboto Condensed"/>
                <a:ea typeface="Roboto Condensed"/>
                <a:cs typeface="Roboto Condensed"/>
                <a:sym typeface="Roboto Condensed"/>
              </a:rPr>
              <a:t> Generation</a:t>
            </a:r>
          </a:p>
        </p:txBody>
      </p:sp>
      <p:sp>
        <p:nvSpPr>
          <p:cNvPr id="16" name="TextBox 16"/>
          <p:cNvSpPr txBox="1"/>
          <p:nvPr/>
        </p:nvSpPr>
        <p:spPr>
          <a:xfrm>
            <a:off x="13692747" y="4336267"/>
            <a:ext cx="3223207" cy="1186815"/>
          </a:xfrm>
          <a:prstGeom prst="rect">
            <a:avLst/>
          </a:prstGeom>
        </p:spPr>
        <p:txBody>
          <a:bodyPr lIns="0" tIns="0" rIns="0" bIns="0" rtlCol="0" anchor="t">
            <a:spAutoFit/>
          </a:bodyPr>
          <a:lstStyle/>
          <a:p>
            <a:pPr algn="ctr">
              <a:lnSpc>
                <a:spcPts val="4679"/>
              </a:lnSpc>
            </a:pPr>
            <a:r>
              <a:rPr lang="en-US" sz="3999">
                <a:solidFill>
                  <a:srgbClr val="B2DEFF"/>
                </a:solidFill>
                <a:latin typeface="Roboto Condensed"/>
                <a:ea typeface="Roboto Condensed"/>
                <a:cs typeface="Roboto Condensed"/>
                <a:sym typeface="Roboto Condensed"/>
              </a:rPr>
              <a:t>Recommender</a:t>
            </a:r>
          </a:p>
          <a:p>
            <a:pPr algn="ctr">
              <a:lnSpc>
                <a:spcPts val="4679"/>
              </a:lnSpc>
            </a:pPr>
            <a:r>
              <a:rPr lang="en-US" sz="3999">
                <a:solidFill>
                  <a:srgbClr val="B2DEFF"/>
                </a:solidFill>
                <a:latin typeface="Roboto Condensed"/>
                <a:ea typeface="Roboto Condensed"/>
                <a:cs typeface="Roboto Condensed"/>
                <a:sym typeface="Roboto Condensed"/>
              </a:rPr>
              <a:t>System</a:t>
            </a:r>
          </a:p>
        </p:txBody>
      </p:sp>
      <p:sp>
        <p:nvSpPr>
          <p:cNvPr id="17" name="TextBox 17"/>
          <p:cNvSpPr txBox="1"/>
          <p:nvPr/>
        </p:nvSpPr>
        <p:spPr>
          <a:xfrm>
            <a:off x="8972037" y="6979918"/>
            <a:ext cx="4310321" cy="1186815"/>
          </a:xfrm>
          <a:prstGeom prst="rect">
            <a:avLst/>
          </a:prstGeom>
        </p:spPr>
        <p:txBody>
          <a:bodyPr lIns="0" tIns="0" rIns="0" bIns="0" rtlCol="0" anchor="t">
            <a:spAutoFit/>
          </a:bodyPr>
          <a:lstStyle/>
          <a:p>
            <a:pPr algn="ctr">
              <a:lnSpc>
                <a:spcPts val="4679"/>
              </a:lnSpc>
            </a:pPr>
            <a:r>
              <a:rPr lang="en-US" sz="3999">
                <a:solidFill>
                  <a:srgbClr val="B2DEFF"/>
                </a:solidFill>
                <a:latin typeface="Roboto Condensed"/>
                <a:ea typeface="Roboto Condensed"/>
                <a:cs typeface="Roboto Condensed"/>
                <a:sym typeface="Roboto Condensed"/>
              </a:rPr>
              <a:t>Video </a:t>
            </a:r>
          </a:p>
          <a:p>
            <a:pPr algn="ctr">
              <a:lnSpc>
                <a:spcPts val="4679"/>
              </a:lnSpc>
            </a:pPr>
            <a:r>
              <a:rPr lang="en-US" sz="3999">
                <a:solidFill>
                  <a:srgbClr val="B2DEFF"/>
                </a:solidFill>
                <a:latin typeface="Roboto Condensed"/>
                <a:ea typeface="Roboto Condensed"/>
                <a:cs typeface="Roboto Condensed"/>
                <a:sym typeface="Roboto Condensed"/>
              </a:rPr>
              <a:t>Summarization</a:t>
            </a:r>
          </a:p>
        </p:txBody>
      </p:sp>
      <p:sp>
        <p:nvSpPr>
          <p:cNvPr id="18" name="TextBox 18"/>
          <p:cNvSpPr txBox="1"/>
          <p:nvPr/>
        </p:nvSpPr>
        <p:spPr>
          <a:xfrm>
            <a:off x="1418951" y="6979918"/>
            <a:ext cx="3223207" cy="1186815"/>
          </a:xfrm>
          <a:prstGeom prst="rect">
            <a:avLst/>
          </a:prstGeom>
        </p:spPr>
        <p:txBody>
          <a:bodyPr lIns="0" tIns="0" rIns="0" bIns="0" rtlCol="0" anchor="t">
            <a:spAutoFit/>
          </a:bodyPr>
          <a:lstStyle/>
          <a:p>
            <a:pPr algn="ctr">
              <a:lnSpc>
                <a:spcPts val="4679"/>
              </a:lnSpc>
            </a:pPr>
            <a:r>
              <a:rPr lang="en-US" sz="3999">
                <a:solidFill>
                  <a:srgbClr val="072227"/>
                </a:solidFill>
                <a:latin typeface="Roboto Condensed"/>
                <a:ea typeface="Roboto Condensed"/>
                <a:cs typeface="Roboto Condensed"/>
                <a:sym typeface="Roboto Condensed"/>
              </a:rPr>
              <a:t>Quiz </a:t>
            </a:r>
          </a:p>
          <a:p>
            <a:pPr algn="ctr">
              <a:lnSpc>
                <a:spcPts val="4679"/>
              </a:lnSpc>
            </a:pPr>
            <a:r>
              <a:rPr lang="en-US" sz="3999">
                <a:solidFill>
                  <a:srgbClr val="072227"/>
                </a:solidFill>
                <a:latin typeface="Roboto Condensed"/>
                <a:ea typeface="Roboto Condensed"/>
                <a:cs typeface="Roboto Condensed"/>
                <a:sym typeface="Roboto Condensed"/>
              </a:rPr>
              <a:t>Generation</a:t>
            </a: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2227"/>
        </a:solidFill>
        <a:effectLst/>
      </p:bgPr>
    </p:bg>
    <p:spTree>
      <p:nvGrpSpPr>
        <p:cNvPr id="1" name=""/>
        <p:cNvGrpSpPr/>
        <p:nvPr/>
      </p:nvGrpSpPr>
      <p:grpSpPr>
        <a:xfrm>
          <a:off x="0" y="0"/>
          <a:ext cx="0" cy="0"/>
          <a:chOff x="0" y="0"/>
          <a:chExt cx="0" cy="0"/>
        </a:xfrm>
      </p:grpSpPr>
      <p:grpSp>
        <p:nvGrpSpPr>
          <p:cNvPr id="2" name="Group 2"/>
          <p:cNvGrpSpPr/>
          <p:nvPr/>
        </p:nvGrpSpPr>
        <p:grpSpPr>
          <a:xfrm>
            <a:off x="-5521075" y="-1245718"/>
            <a:ext cx="27488974" cy="3086100"/>
            <a:chOff x="0" y="0"/>
            <a:chExt cx="7239895" cy="812800"/>
          </a:xfrm>
        </p:grpSpPr>
        <p:sp>
          <p:nvSpPr>
            <p:cNvPr id="3" name="Freeform 3"/>
            <p:cNvSpPr/>
            <p:nvPr/>
          </p:nvSpPr>
          <p:spPr>
            <a:xfrm>
              <a:off x="0" y="0"/>
              <a:ext cx="7239895" cy="812800"/>
            </a:xfrm>
            <a:custGeom>
              <a:avLst/>
              <a:gdLst/>
              <a:ahLst/>
              <a:cxnLst/>
              <a:rect l="l" t="t" r="r" b="b"/>
              <a:pathLst>
                <a:path w="7239895" h="812800">
                  <a:moveTo>
                    <a:pt x="0" y="0"/>
                  </a:moveTo>
                  <a:lnTo>
                    <a:pt x="7239895" y="0"/>
                  </a:lnTo>
                  <a:lnTo>
                    <a:pt x="7239895" y="812800"/>
                  </a:lnTo>
                  <a:lnTo>
                    <a:pt x="0" y="812800"/>
                  </a:lnTo>
                  <a:close/>
                </a:path>
              </a:pathLst>
            </a:custGeom>
            <a:solidFill>
              <a:srgbClr val="35858B"/>
            </a:solidFill>
          </p:spPr>
        </p:sp>
        <p:sp>
          <p:nvSpPr>
            <p:cNvPr id="4" name="TextBox 4"/>
            <p:cNvSpPr txBox="1"/>
            <p:nvPr/>
          </p:nvSpPr>
          <p:spPr>
            <a:xfrm>
              <a:off x="0" y="-38100"/>
              <a:ext cx="7239895" cy="8509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rot="-10800000">
            <a:off x="-188613" y="1415642"/>
            <a:ext cx="18476613" cy="739065"/>
          </a:xfrm>
          <a:custGeom>
            <a:avLst/>
            <a:gdLst/>
            <a:ahLst/>
            <a:cxnLst/>
            <a:rect l="l" t="t" r="r" b="b"/>
            <a:pathLst>
              <a:path w="18476613" h="739065">
                <a:moveTo>
                  <a:pt x="0" y="0"/>
                </a:moveTo>
                <a:lnTo>
                  <a:pt x="18476613" y="0"/>
                </a:lnTo>
                <a:lnTo>
                  <a:pt x="18476613" y="739065"/>
                </a:lnTo>
                <a:lnTo>
                  <a:pt x="0" y="7390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0" y="-1981281"/>
            <a:ext cx="5520044" cy="3795030"/>
          </a:xfrm>
          <a:custGeom>
            <a:avLst/>
            <a:gdLst/>
            <a:ahLst/>
            <a:cxnLst/>
            <a:rect l="l" t="t" r="r" b="b"/>
            <a:pathLst>
              <a:path w="5520044" h="3795030">
                <a:moveTo>
                  <a:pt x="0" y="0"/>
                </a:moveTo>
                <a:lnTo>
                  <a:pt x="5520044" y="0"/>
                </a:lnTo>
                <a:lnTo>
                  <a:pt x="5520044" y="3795031"/>
                </a:lnTo>
                <a:lnTo>
                  <a:pt x="0" y="37950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10800000">
            <a:off x="13297375" y="-1981281"/>
            <a:ext cx="5520044" cy="3795030"/>
          </a:xfrm>
          <a:custGeom>
            <a:avLst/>
            <a:gdLst/>
            <a:ahLst/>
            <a:cxnLst/>
            <a:rect l="l" t="t" r="r" b="b"/>
            <a:pathLst>
              <a:path w="5520044" h="3795030">
                <a:moveTo>
                  <a:pt x="0" y="0"/>
                </a:moveTo>
                <a:lnTo>
                  <a:pt x="5520044" y="0"/>
                </a:lnTo>
                <a:lnTo>
                  <a:pt x="5520044" y="3795031"/>
                </a:lnTo>
                <a:lnTo>
                  <a:pt x="0" y="37950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826035" y="3338298"/>
            <a:ext cx="776203" cy="694702"/>
          </a:xfrm>
          <a:custGeom>
            <a:avLst/>
            <a:gdLst/>
            <a:ahLst/>
            <a:cxnLst/>
            <a:rect l="l" t="t" r="r" b="b"/>
            <a:pathLst>
              <a:path w="776203" h="694702">
                <a:moveTo>
                  <a:pt x="0" y="0"/>
                </a:moveTo>
                <a:lnTo>
                  <a:pt x="776203" y="0"/>
                </a:lnTo>
                <a:lnTo>
                  <a:pt x="776203" y="694703"/>
                </a:lnTo>
                <a:lnTo>
                  <a:pt x="0" y="6947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1964219" y="6468417"/>
            <a:ext cx="638019" cy="614891"/>
          </a:xfrm>
          <a:custGeom>
            <a:avLst/>
            <a:gdLst/>
            <a:ahLst/>
            <a:cxnLst/>
            <a:rect l="l" t="t" r="r" b="b"/>
            <a:pathLst>
              <a:path w="638019" h="614891">
                <a:moveTo>
                  <a:pt x="0" y="0"/>
                </a:moveTo>
                <a:lnTo>
                  <a:pt x="638019" y="0"/>
                </a:lnTo>
                <a:lnTo>
                  <a:pt x="638019" y="614891"/>
                </a:lnTo>
                <a:lnTo>
                  <a:pt x="0" y="61489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547516" y="3110912"/>
            <a:ext cx="3471906" cy="1167428"/>
          </a:xfrm>
          <a:custGeom>
            <a:avLst/>
            <a:gdLst/>
            <a:ahLst/>
            <a:cxnLst/>
            <a:rect l="l" t="t" r="r" b="b"/>
            <a:pathLst>
              <a:path w="3471906" h="1167428">
                <a:moveTo>
                  <a:pt x="0" y="0"/>
                </a:moveTo>
                <a:lnTo>
                  <a:pt x="3471906" y="0"/>
                </a:lnTo>
                <a:lnTo>
                  <a:pt x="3471906" y="1167429"/>
                </a:lnTo>
                <a:lnTo>
                  <a:pt x="0" y="116742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1" name="Freeform 11"/>
          <p:cNvSpPr/>
          <p:nvPr/>
        </p:nvSpPr>
        <p:spPr>
          <a:xfrm>
            <a:off x="1547516" y="6240213"/>
            <a:ext cx="3471906" cy="1167428"/>
          </a:xfrm>
          <a:custGeom>
            <a:avLst/>
            <a:gdLst/>
            <a:ahLst/>
            <a:cxnLst/>
            <a:rect l="l" t="t" r="r" b="b"/>
            <a:pathLst>
              <a:path w="3471906" h="1167428">
                <a:moveTo>
                  <a:pt x="0" y="0"/>
                </a:moveTo>
                <a:lnTo>
                  <a:pt x="3471906" y="0"/>
                </a:lnTo>
                <a:lnTo>
                  <a:pt x="3471906" y="1167428"/>
                </a:lnTo>
                <a:lnTo>
                  <a:pt x="0" y="116742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Freeform 12"/>
          <p:cNvSpPr/>
          <p:nvPr/>
        </p:nvSpPr>
        <p:spPr>
          <a:xfrm>
            <a:off x="1547516" y="7765325"/>
            <a:ext cx="3471906" cy="1167428"/>
          </a:xfrm>
          <a:custGeom>
            <a:avLst/>
            <a:gdLst/>
            <a:ahLst/>
            <a:cxnLst/>
            <a:rect l="l" t="t" r="r" b="b"/>
            <a:pathLst>
              <a:path w="3471906" h="1167428">
                <a:moveTo>
                  <a:pt x="0" y="0"/>
                </a:moveTo>
                <a:lnTo>
                  <a:pt x="3471906" y="0"/>
                </a:lnTo>
                <a:lnTo>
                  <a:pt x="3471906" y="1167428"/>
                </a:lnTo>
                <a:lnTo>
                  <a:pt x="0" y="116742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a:off x="1547516" y="4653708"/>
            <a:ext cx="3471906" cy="1167428"/>
          </a:xfrm>
          <a:custGeom>
            <a:avLst/>
            <a:gdLst/>
            <a:ahLst/>
            <a:cxnLst/>
            <a:rect l="l" t="t" r="r" b="b"/>
            <a:pathLst>
              <a:path w="3471906" h="1167428">
                <a:moveTo>
                  <a:pt x="0" y="0"/>
                </a:moveTo>
                <a:lnTo>
                  <a:pt x="3471906" y="0"/>
                </a:lnTo>
                <a:lnTo>
                  <a:pt x="3471906" y="1167429"/>
                </a:lnTo>
                <a:lnTo>
                  <a:pt x="0" y="116742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AutoShape 14"/>
          <p:cNvSpPr/>
          <p:nvPr/>
        </p:nvSpPr>
        <p:spPr>
          <a:xfrm>
            <a:off x="5019422" y="3711186"/>
            <a:ext cx="819957" cy="0"/>
          </a:xfrm>
          <a:prstGeom prst="line">
            <a:avLst/>
          </a:prstGeom>
          <a:ln w="47625" cap="flat">
            <a:solidFill>
              <a:srgbClr val="AEFEFF"/>
            </a:solidFill>
            <a:prstDash val="solid"/>
            <a:headEnd type="none" w="sm" len="sm"/>
            <a:tailEnd type="oval" w="lg" len="lg"/>
          </a:ln>
        </p:spPr>
      </p:sp>
      <p:sp>
        <p:nvSpPr>
          <p:cNvPr id="15" name="AutoShape 15"/>
          <p:cNvSpPr/>
          <p:nvPr/>
        </p:nvSpPr>
        <p:spPr>
          <a:xfrm>
            <a:off x="5019422" y="6847110"/>
            <a:ext cx="819957" cy="0"/>
          </a:xfrm>
          <a:prstGeom prst="line">
            <a:avLst/>
          </a:prstGeom>
          <a:ln w="47625" cap="flat">
            <a:solidFill>
              <a:srgbClr val="AEFEFF"/>
            </a:solidFill>
            <a:prstDash val="solid"/>
            <a:headEnd type="none" w="sm" len="sm"/>
            <a:tailEnd type="oval" w="lg" len="lg"/>
          </a:ln>
        </p:spPr>
      </p:sp>
      <p:sp>
        <p:nvSpPr>
          <p:cNvPr id="16" name="AutoShape 16"/>
          <p:cNvSpPr/>
          <p:nvPr/>
        </p:nvSpPr>
        <p:spPr>
          <a:xfrm>
            <a:off x="5019422" y="8404096"/>
            <a:ext cx="819957" cy="0"/>
          </a:xfrm>
          <a:prstGeom prst="line">
            <a:avLst/>
          </a:prstGeom>
          <a:ln w="47625" cap="flat">
            <a:solidFill>
              <a:srgbClr val="AEFEFF"/>
            </a:solidFill>
            <a:prstDash val="solid"/>
            <a:headEnd type="none" w="sm" len="sm"/>
            <a:tailEnd type="oval" w="lg" len="lg"/>
          </a:ln>
        </p:spPr>
      </p:sp>
      <p:sp>
        <p:nvSpPr>
          <p:cNvPr id="17" name="AutoShape 17"/>
          <p:cNvSpPr/>
          <p:nvPr/>
        </p:nvSpPr>
        <p:spPr>
          <a:xfrm>
            <a:off x="5009897" y="5248865"/>
            <a:ext cx="819957" cy="0"/>
          </a:xfrm>
          <a:prstGeom prst="line">
            <a:avLst/>
          </a:prstGeom>
          <a:ln w="47625" cap="flat">
            <a:solidFill>
              <a:srgbClr val="AEFEFF"/>
            </a:solidFill>
            <a:prstDash val="solid"/>
            <a:headEnd type="none" w="sm" len="sm"/>
            <a:tailEnd type="oval" w="lg" len="lg"/>
          </a:ln>
        </p:spPr>
      </p:sp>
      <p:grpSp>
        <p:nvGrpSpPr>
          <p:cNvPr id="18" name="Group 18"/>
          <p:cNvGrpSpPr>
            <a:grpSpLocks noChangeAspect="1"/>
          </p:cNvGrpSpPr>
          <p:nvPr/>
        </p:nvGrpSpPr>
        <p:grpSpPr>
          <a:xfrm>
            <a:off x="12552950" y="3488121"/>
            <a:ext cx="2716496" cy="5246370"/>
            <a:chOff x="0" y="0"/>
            <a:chExt cx="3290570" cy="6355080"/>
          </a:xfrm>
        </p:grpSpPr>
        <p:sp>
          <p:nvSpPr>
            <p:cNvPr id="19" name="Freeform 19"/>
            <p:cNvSpPr/>
            <p:nvPr/>
          </p:nvSpPr>
          <p:spPr>
            <a:xfrm>
              <a:off x="0" y="1270"/>
              <a:ext cx="3289300" cy="6353810"/>
            </a:xfrm>
            <a:custGeom>
              <a:avLst/>
              <a:gdLst/>
              <a:ahLst/>
              <a:cxnLst/>
              <a:rect l="l" t="t" r="r" b="b"/>
              <a:pathLst>
                <a:path w="3289300" h="6353810">
                  <a:moveTo>
                    <a:pt x="3289300" y="6353810"/>
                  </a:moveTo>
                  <a:lnTo>
                    <a:pt x="0" y="6353810"/>
                  </a:lnTo>
                  <a:lnTo>
                    <a:pt x="0" y="0"/>
                  </a:lnTo>
                  <a:lnTo>
                    <a:pt x="3289300" y="0"/>
                  </a:lnTo>
                  <a:lnTo>
                    <a:pt x="3289300" y="6353810"/>
                  </a:lnTo>
                  <a:close/>
                </a:path>
              </a:pathLst>
            </a:custGeom>
            <a:solidFill>
              <a:srgbClr val="29696D"/>
            </a:solidFill>
          </p:spPr>
        </p:sp>
        <p:sp>
          <p:nvSpPr>
            <p:cNvPr id="20" name="Freeform 20"/>
            <p:cNvSpPr/>
            <p:nvPr/>
          </p:nvSpPr>
          <p:spPr>
            <a:xfrm>
              <a:off x="179070" y="3233420"/>
              <a:ext cx="2928620" cy="2940050"/>
            </a:xfrm>
            <a:custGeom>
              <a:avLst/>
              <a:gdLst/>
              <a:ahLst/>
              <a:cxnLst/>
              <a:rect l="l" t="t" r="r" b="b"/>
              <a:pathLst>
                <a:path w="2928620" h="2940050">
                  <a:moveTo>
                    <a:pt x="2928620" y="2940050"/>
                  </a:moveTo>
                  <a:lnTo>
                    <a:pt x="0" y="2940050"/>
                  </a:lnTo>
                  <a:lnTo>
                    <a:pt x="0" y="0"/>
                  </a:lnTo>
                  <a:lnTo>
                    <a:pt x="2928620" y="0"/>
                  </a:lnTo>
                  <a:lnTo>
                    <a:pt x="2928620" y="2940050"/>
                  </a:lnTo>
                  <a:lnTo>
                    <a:pt x="2928620" y="2940050"/>
                  </a:lnTo>
                  <a:close/>
                </a:path>
              </a:pathLst>
            </a:custGeom>
            <a:blipFill>
              <a:blip r:embed="rId12"/>
              <a:stretch>
                <a:fillRect l="-19116" r="-19116"/>
              </a:stretch>
            </a:blipFill>
          </p:spPr>
        </p:sp>
        <p:sp>
          <p:nvSpPr>
            <p:cNvPr id="21" name="Freeform 21"/>
            <p:cNvSpPr/>
            <p:nvPr/>
          </p:nvSpPr>
          <p:spPr>
            <a:xfrm>
              <a:off x="181610" y="180340"/>
              <a:ext cx="2928620" cy="2940050"/>
            </a:xfrm>
            <a:custGeom>
              <a:avLst/>
              <a:gdLst/>
              <a:ahLst/>
              <a:cxnLst/>
              <a:rect l="l" t="t" r="r" b="b"/>
              <a:pathLst>
                <a:path w="2928620" h="2940050">
                  <a:moveTo>
                    <a:pt x="2928620" y="2940050"/>
                  </a:moveTo>
                  <a:lnTo>
                    <a:pt x="0" y="2940050"/>
                  </a:lnTo>
                  <a:lnTo>
                    <a:pt x="0" y="0"/>
                  </a:lnTo>
                  <a:lnTo>
                    <a:pt x="2928620" y="0"/>
                  </a:lnTo>
                  <a:lnTo>
                    <a:pt x="2928620" y="2940050"/>
                  </a:lnTo>
                  <a:lnTo>
                    <a:pt x="2928620" y="2940050"/>
                  </a:lnTo>
                  <a:close/>
                </a:path>
              </a:pathLst>
            </a:custGeom>
            <a:blipFill>
              <a:blip r:embed="rId13"/>
              <a:stretch>
                <a:fillRect l="-195" r="-195"/>
              </a:stretch>
            </a:blipFill>
          </p:spPr>
        </p:sp>
        <p:sp>
          <p:nvSpPr>
            <p:cNvPr id="22" name="Freeform 22"/>
            <p:cNvSpPr/>
            <p:nvPr/>
          </p:nvSpPr>
          <p:spPr>
            <a:xfrm>
              <a:off x="54610" y="439420"/>
              <a:ext cx="3173730" cy="5429250"/>
            </a:xfrm>
            <a:custGeom>
              <a:avLst/>
              <a:gdLst/>
              <a:ahLst/>
              <a:cxnLst/>
              <a:rect l="l" t="t" r="r" b="b"/>
              <a:pathLst>
                <a:path w="3173730" h="5429250">
                  <a:moveTo>
                    <a:pt x="3117850" y="751840"/>
                  </a:moveTo>
                  <a:lnTo>
                    <a:pt x="3117850" y="716280"/>
                  </a:lnTo>
                  <a:lnTo>
                    <a:pt x="3129280" y="716280"/>
                  </a:lnTo>
                  <a:lnTo>
                    <a:pt x="3129280" y="740410"/>
                  </a:lnTo>
                  <a:lnTo>
                    <a:pt x="3140710" y="740410"/>
                  </a:lnTo>
                  <a:lnTo>
                    <a:pt x="3140710" y="717550"/>
                  </a:lnTo>
                  <a:lnTo>
                    <a:pt x="3152140" y="717550"/>
                  </a:lnTo>
                  <a:lnTo>
                    <a:pt x="3152140" y="740410"/>
                  </a:lnTo>
                  <a:lnTo>
                    <a:pt x="3173730" y="740410"/>
                  </a:lnTo>
                  <a:lnTo>
                    <a:pt x="3173730" y="751840"/>
                  </a:lnTo>
                  <a:lnTo>
                    <a:pt x="3117850" y="751840"/>
                  </a:lnTo>
                  <a:close/>
                  <a:moveTo>
                    <a:pt x="3117850" y="702310"/>
                  </a:moveTo>
                  <a:lnTo>
                    <a:pt x="3117850" y="690880"/>
                  </a:lnTo>
                  <a:lnTo>
                    <a:pt x="3171190" y="690880"/>
                  </a:lnTo>
                  <a:lnTo>
                    <a:pt x="3171190" y="702310"/>
                  </a:lnTo>
                  <a:lnTo>
                    <a:pt x="3117850" y="702310"/>
                  </a:lnTo>
                  <a:close/>
                  <a:moveTo>
                    <a:pt x="3117850" y="674370"/>
                  </a:moveTo>
                  <a:lnTo>
                    <a:pt x="3117850" y="662940"/>
                  </a:lnTo>
                  <a:lnTo>
                    <a:pt x="3161030" y="662940"/>
                  </a:lnTo>
                  <a:lnTo>
                    <a:pt x="3161030" y="640080"/>
                  </a:lnTo>
                  <a:lnTo>
                    <a:pt x="3172460" y="640080"/>
                  </a:lnTo>
                  <a:lnTo>
                    <a:pt x="3172460" y="674370"/>
                  </a:lnTo>
                  <a:lnTo>
                    <a:pt x="3117850" y="674370"/>
                  </a:lnTo>
                  <a:close/>
                  <a:moveTo>
                    <a:pt x="3117850" y="628650"/>
                  </a:moveTo>
                  <a:lnTo>
                    <a:pt x="3117850" y="610870"/>
                  </a:lnTo>
                  <a:lnTo>
                    <a:pt x="3153410" y="598170"/>
                  </a:lnTo>
                  <a:lnTo>
                    <a:pt x="3153410" y="598170"/>
                  </a:lnTo>
                  <a:lnTo>
                    <a:pt x="3117850" y="585470"/>
                  </a:lnTo>
                  <a:lnTo>
                    <a:pt x="3117850" y="567690"/>
                  </a:lnTo>
                  <a:lnTo>
                    <a:pt x="3171190" y="567690"/>
                  </a:lnTo>
                  <a:lnTo>
                    <a:pt x="3171190" y="579120"/>
                  </a:lnTo>
                  <a:lnTo>
                    <a:pt x="3129280" y="579120"/>
                  </a:lnTo>
                  <a:lnTo>
                    <a:pt x="3129280" y="579120"/>
                  </a:lnTo>
                  <a:lnTo>
                    <a:pt x="3171190" y="593090"/>
                  </a:lnTo>
                  <a:lnTo>
                    <a:pt x="3171190" y="601980"/>
                  </a:lnTo>
                  <a:lnTo>
                    <a:pt x="3129280" y="615950"/>
                  </a:lnTo>
                  <a:lnTo>
                    <a:pt x="3129280" y="615950"/>
                  </a:lnTo>
                  <a:lnTo>
                    <a:pt x="3171190" y="615950"/>
                  </a:lnTo>
                  <a:lnTo>
                    <a:pt x="3171190" y="627380"/>
                  </a:lnTo>
                  <a:lnTo>
                    <a:pt x="3117850" y="628650"/>
                  </a:lnTo>
                  <a:lnTo>
                    <a:pt x="3117850" y="628650"/>
                  </a:lnTo>
                  <a:close/>
                  <a:moveTo>
                    <a:pt x="3117850" y="523240"/>
                  </a:moveTo>
                  <a:lnTo>
                    <a:pt x="3117850" y="506730"/>
                  </a:lnTo>
                  <a:lnTo>
                    <a:pt x="3155950" y="483870"/>
                  </a:lnTo>
                  <a:lnTo>
                    <a:pt x="3155950" y="483870"/>
                  </a:lnTo>
                  <a:lnTo>
                    <a:pt x="3117850" y="483870"/>
                  </a:lnTo>
                  <a:lnTo>
                    <a:pt x="3117850" y="472440"/>
                  </a:lnTo>
                  <a:lnTo>
                    <a:pt x="3171190" y="472440"/>
                  </a:lnTo>
                  <a:lnTo>
                    <a:pt x="3171190" y="487680"/>
                  </a:lnTo>
                  <a:lnTo>
                    <a:pt x="3133090" y="511810"/>
                  </a:lnTo>
                  <a:lnTo>
                    <a:pt x="3133090" y="511810"/>
                  </a:lnTo>
                  <a:lnTo>
                    <a:pt x="3171190" y="511810"/>
                  </a:lnTo>
                  <a:lnTo>
                    <a:pt x="3171190" y="523240"/>
                  </a:lnTo>
                  <a:lnTo>
                    <a:pt x="3117850" y="523240"/>
                  </a:lnTo>
                  <a:close/>
                  <a:moveTo>
                    <a:pt x="3117850" y="454660"/>
                  </a:moveTo>
                  <a:lnTo>
                    <a:pt x="3117850" y="417830"/>
                  </a:lnTo>
                  <a:lnTo>
                    <a:pt x="3129280" y="417830"/>
                  </a:lnTo>
                  <a:lnTo>
                    <a:pt x="3129280" y="443230"/>
                  </a:lnTo>
                  <a:lnTo>
                    <a:pt x="3139440" y="443230"/>
                  </a:lnTo>
                  <a:lnTo>
                    <a:pt x="3139440" y="420370"/>
                  </a:lnTo>
                  <a:lnTo>
                    <a:pt x="3150870" y="420370"/>
                  </a:lnTo>
                  <a:lnTo>
                    <a:pt x="3150870" y="443230"/>
                  </a:lnTo>
                  <a:lnTo>
                    <a:pt x="3162300" y="443230"/>
                  </a:lnTo>
                  <a:lnTo>
                    <a:pt x="3162300" y="416560"/>
                  </a:lnTo>
                  <a:lnTo>
                    <a:pt x="3173730" y="416560"/>
                  </a:lnTo>
                  <a:lnTo>
                    <a:pt x="3173730" y="454660"/>
                  </a:lnTo>
                  <a:lnTo>
                    <a:pt x="3117850" y="454660"/>
                  </a:lnTo>
                  <a:close/>
                  <a:moveTo>
                    <a:pt x="3167380" y="353060"/>
                  </a:moveTo>
                  <a:cubicBezTo>
                    <a:pt x="3168650" y="356870"/>
                    <a:pt x="3169920" y="360680"/>
                    <a:pt x="3171190" y="364490"/>
                  </a:cubicBezTo>
                  <a:cubicBezTo>
                    <a:pt x="3172460" y="368300"/>
                    <a:pt x="3172460" y="372110"/>
                    <a:pt x="3172460" y="375920"/>
                  </a:cubicBezTo>
                  <a:cubicBezTo>
                    <a:pt x="3172460" y="379730"/>
                    <a:pt x="3171190" y="383540"/>
                    <a:pt x="3169920" y="387350"/>
                  </a:cubicBezTo>
                  <a:cubicBezTo>
                    <a:pt x="3168650" y="391160"/>
                    <a:pt x="3166110" y="393700"/>
                    <a:pt x="3164840" y="396240"/>
                  </a:cubicBezTo>
                  <a:cubicBezTo>
                    <a:pt x="3163570" y="398780"/>
                    <a:pt x="3159760" y="401320"/>
                    <a:pt x="3155950" y="402590"/>
                  </a:cubicBezTo>
                  <a:cubicBezTo>
                    <a:pt x="3152140" y="403860"/>
                    <a:pt x="3148330" y="405130"/>
                    <a:pt x="3144520" y="405130"/>
                  </a:cubicBezTo>
                  <a:cubicBezTo>
                    <a:pt x="3140710" y="405130"/>
                    <a:pt x="3136900" y="403860"/>
                    <a:pt x="3133090" y="402590"/>
                  </a:cubicBezTo>
                  <a:cubicBezTo>
                    <a:pt x="3129280" y="401320"/>
                    <a:pt x="3126740" y="398780"/>
                    <a:pt x="3124200" y="396240"/>
                  </a:cubicBezTo>
                  <a:cubicBezTo>
                    <a:pt x="3121660" y="393700"/>
                    <a:pt x="3120390" y="391160"/>
                    <a:pt x="3119121" y="387350"/>
                  </a:cubicBezTo>
                  <a:cubicBezTo>
                    <a:pt x="3117850" y="383540"/>
                    <a:pt x="3116581" y="379730"/>
                    <a:pt x="3116581" y="375920"/>
                  </a:cubicBezTo>
                  <a:cubicBezTo>
                    <a:pt x="3116581" y="372110"/>
                    <a:pt x="3116581" y="367030"/>
                    <a:pt x="3117851" y="364490"/>
                  </a:cubicBezTo>
                  <a:cubicBezTo>
                    <a:pt x="3119121" y="360680"/>
                    <a:pt x="3120391" y="358140"/>
                    <a:pt x="3122931" y="354330"/>
                  </a:cubicBezTo>
                  <a:lnTo>
                    <a:pt x="3131821" y="363220"/>
                  </a:lnTo>
                  <a:cubicBezTo>
                    <a:pt x="3130550" y="364490"/>
                    <a:pt x="3129281" y="367030"/>
                    <a:pt x="3128010" y="368300"/>
                  </a:cubicBezTo>
                  <a:cubicBezTo>
                    <a:pt x="3126740" y="370840"/>
                    <a:pt x="3126740" y="373380"/>
                    <a:pt x="3126740" y="375920"/>
                  </a:cubicBezTo>
                  <a:cubicBezTo>
                    <a:pt x="3126740" y="378460"/>
                    <a:pt x="3126740" y="381000"/>
                    <a:pt x="3128010" y="382270"/>
                  </a:cubicBezTo>
                  <a:cubicBezTo>
                    <a:pt x="3129281" y="384810"/>
                    <a:pt x="3130550" y="386080"/>
                    <a:pt x="3131821" y="387350"/>
                  </a:cubicBezTo>
                  <a:cubicBezTo>
                    <a:pt x="3133091" y="388620"/>
                    <a:pt x="3135631" y="389890"/>
                    <a:pt x="3136900" y="391160"/>
                  </a:cubicBezTo>
                  <a:cubicBezTo>
                    <a:pt x="3138170" y="392430"/>
                    <a:pt x="3140710" y="392430"/>
                    <a:pt x="3143250" y="392430"/>
                  </a:cubicBezTo>
                  <a:cubicBezTo>
                    <a:pt x="3145790" y="392430"/>
                    <a:pt x="3148330" y="392430"/>
                    <a:pt x="3149600" y="391160"/>
                  </a:cubicBezTo>
                  <a:cubicBezTo>
                    <a:pt x="3150871" y="389890"/>
                    <a:pt x="3153410" y="388620"/>
                    <a:pt x="3154680" y="387350"/>
                  </a:cubicBezTo>
                  <a:cubicBezTo>
                    <a:pt x="3155950" y="386080"/>
                    <a:pt x="3157220" y="383540"/>
                    <a:pt x="3158490" y="382270"/>
                  </a:cubicBezTo>
                  <a:cubicBezTo>
                    <a:pt x="3159760" y="379730"/>
                    <a:pt x="3159760" y="378460"/>
                    <a:pt x="3159760" y="375920"/>
                  </a:cubicBezTo>
                  <a:cubicBezTo>
                    <a:pt x="3159760" y="373380"/>
                    <a:pt x="3159760" y="370840"/>
                    <a:pt x="3158490" y="369570"/>
                  </a:cubicBezTo>
                  <a:cubicBezTo>
                    <a:pt x="3157220" y="368300"/>
                    <a:pt x="3157220" y="365760"/>
                    <a:pt x="3157220" y="364490"/>
                  </a:cubicBezTo>
                  <a:lnTo>
                    <a:pt x="3148330" y="364490"/>
                  </a:lnTo>
                  <a:lnTo>
                    <a:pt x="3148330" y="374650"/>
                  </a:lnTo>
                  <a:lnTo>
                    <a:pt x="3136900" y="374650"/>
                  </a:lnTo>
                  <a:lnTo>
                    <a:pt x="3136900" y="353060"/>
                  </a:lnTo>
                  <a:cubicBezTo>
                    <a:pt x="3136900" y="353060"/>
                    <a:pt x="3167380" y="353060"/>
                    <a:pt x="3167380" y="353060"/>
                  </a:cubicBezTo>
                  <a:close/>
                  <a:moveTo>
                    <a:pt x="3117850" y="325120"/>
                  </a:moveTo>
                  <a:lnTo>
                    <a:pt x="3117850" y="314960"/>
                  </a:lnTo>
                  <a:lnTo>
                    <a:pt x="3171190" y="292100"/>
                  </a:lnTo>
                  <a:lnTo>
                    <a:pt x="3171190" y="306070"/>
                  </a:lnTo>
                  <a:lnTo>
                    <a:pt x="3159760" y="311150"/>
                  </a:lnTo>
                  <a:lnTo>
                    <a:pt x="3159760" y="331470"/>
                  </a:lnTo>
                  <a:lnTo>
                    <a:pt x="3171190" y="335280"/>
                  </a:lnTo>
                  <a:lnTo>
                    <a:pt x="3171190" y="347980"/>
                  </a:lnTo>
                  <a:lnTo>
                    <a:pt x="3117850" y="325120"/>
                  </a:lnTo>
                  <a:close/>
                  <a:moveTo>
                    <a:pt x="3133090" y="320040"/>
                  </a:moveTo>
                  <a:lnTo>
                    <a:pt x="3149600" y="326390"/>
                  </a:lnTo>
                  <a:lnTo>
                    <a:pt x="3149600" y="313690"/>
                  </a:lnTo>
                  <a:lnTo>
                    <a:pt x="3133090" y="320040"/>
                  </a:lnTo>
                  <a:close/>
                  <a:moveTo>
                    <a:pt x="3128010" y="278130"/>
                  </a:moveTo>
                  <a:lnTo>
                    <a:pt x="3128010" y="293370"/>
                  </a:lnTo>
                  <a:lnTo>
                    <a:pt x="3117850" y="293370"/>
                  </a:lnTo>
                  <a:lnTo>
                    <a:pt x="3117850" y="250190"/>
                  </a:lnTo>
                  <a:lnTo>
                    <a:pt x="3128010" y="250190"/>
                  </a:lnTo>
                  <a:lnTo>
                    <a:pt x="3128010" y="265430"/>
                  </a:lnTo>
                  <a:lnTo>
                    <a:pt x="3171190" y="265430"/>
                  </a:lnTo>
                  <a:lnTo>
                    <a:pt x="3171190" y="276860"/>
                  </a:lnTo>
                  <a:lnTo>
                    <a:pt x="3128010" y="278130"/>
                  </a:lnTo>
                  <a:lnTo>
                    <a:pt x="3128010" y="278130"/>
                  </a:lnTo>
                  <a:close/>
                  <a:moveTo>
                    <a:pt x="3117850" y="240030"/>
                  </a:moveTo>
                  <a:lnTo>
                    <a:pt x="3117850" y="228600"/>
                  </a:lnTo>
                  <a:lnTo>
                    <a:pt x="3171190" y="228600"/>
                  </a:lnTo>
                  <a:lnTo>
                    <a:pt x="3171190" y="240030"/>
                  </a:lnTo>
                  <a:lnTo>
                    <a:pt x="3117850" y="240030"/>
                  </a:lnTo>
                  <a:close/>
                  <a:moveTo>
                    <a:pt x="3117850" y="217170"/>
                  </a:moveTo>
                  <a:lnTo>
                    <a:pt x="3117850" y="203200"/>
                  </a:lnTo>
                  <a:lnTo>
                    <a:pt x="3153410" y="190500"/>
                  </a:lnTo>
                  <a:lnTo>
                    <a:pt x="3153410" y="190500"/>
                  </a:lnTo>
                  <a:lnTo>
                    <a:pt x="3117850" y="176530"/>
                  </a:lnTo>
                  <a:lnTo>
                    <a:pt x="3117850" y="163830"/>
                  </a:lnTo>
                  <a:lnTo>
                    <a:pt x="3171190" y="186690"/>
                  </a:lnTo>
                  <a:lnTo>
                    <a:pt x="3171190" y="195580"/>
                  </a:lnTo>
                  <a:lnTo>
                    <a:pt x="3117850" y="217170"/>
                  </a:lnTo>
                  <a:close/>
                  <a:moveTo>
                    <a:pt x="3117850" y="152400"/>
                  </a:moveTo>
                  <a:lnTo>
                    <a:pt x="3117850" y="115570"/>
                  </a:lnTo>
                  <a:lnTo>
                    <a:pt x="3129280" y="115570"/>
                  </a:lnTo>
                  <a:lnTo>
                    <a:pt x="3129280" y="140970"/>
                  </a:lnTo>
                  <a:lnTo>
                    <a:pt x="3139440" y="140970"/>
                  </a:lnTo>
                  <a:lnTo>
                    <a:pt x="3139440" y="118110"/>
                  </a:lnTo>
                  <a:lnTo>
                    <a:pt x="3150870" y="118110"/>
                  </a:lnTo>
                  <a:lnTo>
                    <a:pt x="3150870" y="140970"/>
                  </a:lnTo>
                  <a:lnTo>
                    <a:pt x="3162300" y="140970"/>
                  </a:lnTo>
                  <a:lnTo>
                    <a:pt x="3162300" y="114300"/>
                  </a:lnTo>
                  <a:lnTo>
                    <a:pt x="3173730" y="114300"/>
                  </a:lnTo>
                  <a:lnTo>
                    <a:pt x="3173730" y="152400"/>
                  </a:lnTo>
                  <a:lnTo>
                    <a:pt x="3117850" y="152400"/>
                  </a:lnTo>
                  <a:close/>
                  <a:moveTo>
                    <a:pt x="3117850" y="3089910"/>
                  </a:moveTo>
                  <a:lnTo>
                    <a:pt x="3117850" y="3053080"/>
                  </a:lnTo>
                  <a:lnTo>
                    <a:pt x="3129280" y="3053080"/>
                  </a:lnTo>
                  <a:lnTo>
                    <a:pt x="3129280" y="3077210"/>
                  </a:lnTo>
                  <a:lnTo>
                    <a:pt x="3140710" y="3077210"/>
                  </a:lnTo>
                  <a:lnTo>
                    <a:pt x="3140710" y="3054350"/>
                  </a:lnTo>
                  <a:lnTo>
                    <a:pt x="3152140" y="3054350"/>
                  </a:lnTo>
                  <a:lnTo>
                    <a:pt x="3152140" y="3077210"/>
                  </a:lnTo>
                  <a:lnTo>
                    <a:pt x="3173730" y="3077210"/>
                  </a:lnTo>
                  <a:lnTo>
                    <a:pt x="3173730" y="3088640"/>
                  </a:lnTo>
                  <a:lnTo>
                    <a:pt x="3117850" y="3088640"/>
                  </a:lnTo>
                  <a:lnTo>
                    <a:pt x="3117850" y="3089910"/>
                  </a:lnTo>
                  <a:close/>
                  <a:moveTo>
                    <a:pt x="3117850" y="3040380"/>
                  </a:moveTo>
                  <a:lnTo>
                    <a:pt x="3117850" y="3028950"/>
                  </a:lnTo>
                  <a:lnTo>
                    <a:pt x="3171190" y="3028950"/>
                  </a:lnTo>
                  <a:lnTo>
                    <a:pt x="3171190" y="3040380"/>
                  </a:lnTo>
                  <a:lnTo>
                    <a:pt x="3117850" y="3040380"/>
                  </a:lnTo>
                  <a:close/>
                  <a:moveTo>
                    <a:pt x="3117850" y="3012440"/>
                  </a:moveTo>
                  <a:lnTo>
                    <a:pt x="3117850" y="3001010"/>
                  </a:lnTo>
                  <a:lnTo>
                    <a:pt x="3161030" y="3001010"/>
                  </a:lnTo>
                  <a:lnTo>
                    <a:pt x="3161030" y="2979420"/>
                  </a:lnTo>
                  <a:lnTo>
                    <a:pt x="3172460" y="2979420"/>
                  </a:lnTo>
                  <a:lnTo>
                    <a:pt x="3172460" y="3013710"/>
                  </a:lnTo>
                  <a:lnTo>
                    <a:pt x="3117850" y="3013710"/>
                  </a:lnTo>
                  <a:lnTo>
                    <a:pt x="3117850" y="3012440"/>
                  </a:lnTo>
                  <a:close/>
                  <a:moveTo>
                    <a:pt x="3117850" y="2966720"/>
                  </a:moveTo>
                  <a:lnTo>
                    <a:pt x="3117850" y="2948940"/>
                  </a:lnTo>
                  <a:lnTo>
                    <a:pt x="3153410" y="2936240"/>
                  </a:lnTo>
                  <a:lnTo>
                    <a:pt x="3153410" y="2936240"/>
                  </a:lnTo>
                  <a:lnTo>
                    <a:pt x="3117850" y="2923540"/>
                  </a:lnTo>
                  <a:lnTo>
                    <a:pt x="3117850" y="2905760"/>
                  </a:lnTo>
                  <a:lnTo>
                    <a:pt x="3171190" y="2905760"/>
                  </a:lnTo>
                  <a:lnTo>
                    <a:pt x="3171190" y="2917190"/>
                  </a:lnTo>
                  <a:lnTo>
                    <a:pt x="3129280" y="2917190"/>
                  </a:lnTo>
                  <a:lnTo>
                    <a:pt x="3129280" y="2917190"/>
                  </a:lnTo>
                  <a:lnTo>
                    <a:pt x="3171190" y="2931160"/>
                  </a:lnTo>
                  <a:lnTo>
                    <a:pt x="3171190" y="2940050"/>
                  </a:lnTo>
                  <a:lnTo>
                    <a:pt x="3129280" y="2954021"/>
                  </a:lnTo>
                  <a:lnTo>
                    <a:pt x="3129280" y="2954021"/>
                  </a:lnTo>
                  <a:lnTo>
                    <a:pt x="3171190" y="2954021"/>
                  </a:lnTo>
                  <a:lnTo>
                    <a:pt x="3171190" y="2965450"/>
                  </a:lnTo>
                  <a:lnTo>
                    <a:pt x="3117850" y="2966720"/>
                  </a:lnTo>
                  <a:lnTo>
                    <a:pt x="3117850" y="2966720"/>
                  </a:lnTo>
                  <a:close/>
                  <a:moveTo>
                    <a:pt x="3117850" y="2861310"/>
                  </a:moveTo>
                  <a:lnTo>
                    <a:pt x="3117850" y="2844800"/>
                  </a:lnTo>
                  <a:lnTo>
                    <a:pt x="3155950" y="2821940"/>
                  </a:lnTo>
                  <a:lnTo>
                    <a:pt x="3155950" y="2821940"/>
                  </a:lnTo>
                  <a:lnTo>
                    <a:pt x="3117850" y="2821940"/>
                  </a:lnTo>
                  <a:lnTo>
                    <a:pt x="3117850" y="2810510"/>
                  </a:lnTo>
                  <a:lnTo>
                    <a:pt x="3171190" y="2810510"/>
                  </a:lnTo>
                  <a:lnTo>
                    <a:pt x="3171190" y="2825750"/>
                  </a:lnTo>
                  <a:lnTo>
                    <a:pt x="3133090" y="2849880"/>
                  </a:lnTo>
                  <a:lnTo>
                    <a:pt x="3133090" y="2849880"/>
                  </a:lnTo>
                  <a:lnTo>
                    <a:pt x="3171190" y="2849880"/>
                  </a:lnTo>
                  <a:lnTo>
                    <a:pt x="3171190" y="2861310"/>
                  </a:lnTo>
                  <a:lnTo>
                    <a:pt x="3117850" y="2861310"/>
                  </a:lnTo>
                  <a:lnTo>
                    <a:pt x="3117850" y="2861310"/>
                  </a:lnTo>
                  <a:close/>
                  <a:moveTo>
                    <a:pt x="3117850" y="2792730"/>
                  </a:moveTo>
                  <a:lnTo>
                    <a:pt x="3117850" y="2755900"/>
                  </a:lnTo>
                  <a:lnTo>
                    <a:pt x="3129280" y="2755900"/>
                  </a:lnTo>
                  <a:lnTo>
                    <a:pt x="3129280" y="2781300"/>
                  </a:lnTo>
                  <a:lnTo>
                    <a:pt x="3139440" y="2781300"/>
                  </a:lnTo>
                  <a:lnTo>
                    <a:pt x="3139440" y="2758440"/>
                  </a:lnTo>
                  <a:lnTo>
                    <a:pt x="3150870" y="2758440"/>
                  </a:lnTo>
                  <a:lnTo>
                    <a:pt x="3150870" y="2781300"/>
                  </a:lnTo>
                  <a:lnTo>
                    <a:pt x="3162300" y="2781300"/>
                  </a:lnTo>
                  <a:lnTo>
                    <a:pt x="3162300" y="2754630"/>
                  </a:lnTo>
                  <a:lnTo>
                    <a:pt x="3173730" y="2754630"/>
                  </a:lnTo>
                  <a:lnTo>
                    <a:pt x="3173730" y="2792730"/>
                  </a:lnTo>
                  <a:lnTo>
                    <a:pt x="3117850" y="2792730"/>
                  </a:lnTo>
                  <a:close/>
                  <a:moveTo>
                    <a:pt x="3167380" y="2691130"/>
                  </a:moveTo>
                  <a:cubicBezTo>
                    <a:pt x="3168650" y="2694940"/>
                    <a:pt x="3169920" y="2698750"/>
                    <a:pt x="3171190" y="2702560"/>
                  </a:cubicBezTo>
                  <a:cubicBezTo>
                    <a:pt x="3172460" y="2706370"/>
                    <a:pt x="3172460" y="2710180"/>
                    <a:pt x="3172460" y="2713990"/>
                  </a:cubicBezTo>
                  <a:cubicBezTo>
                    <a:pt x="3172460" y="2717800"/>
                    <a:pt x="3171190" y="2721610"/>
                    <a:pt x="3169920" y="2725420"/>
                  </a:cubicBezTo>
                  <a:cubicBezTo>
                    <a:pt x="3168650" y="2729230"/>
                    <a:pt x="3166110" y="2731770"/>
                    <a:pt x="3164840" y="2734310"/>
                  </a:cubicBezTo>
                  <a:cubicBezTo>
                    <a:pt x="3163570" y="2736850"/>
                    <a:pt x="3159760" y="2739390"/>
                    <a:pt x="3155950" y="2740660"/>
                  </a:cubicBezTo>
                  <a:cubicBezTo>
                    <a:pt x="3152140" y="2741930"/>
                    <a:pt x="3148330" y="2743200"/>
                    <a:pt x="3144520" y="2743200"/>
                  </a:cubicBezTo>
                  <a:cubicBezTo>
                    <a:pt x="3140710" y="2743200"/>
                    <a:pt x="3136900" y="2741930"/>
                    <a:pt x="3133090" y="2740660"/>
                  </a:cubicBezTo>
                  <a:cubicBezTo>
                    <a:pt x="3129280" y="2739390"/>
                    <a:pt x="3126740" y="2736850"/>
                    <a:pt x="3124200" y="2734310"/>
                  </a:cubicBezTo>
                  <a:cubicBezTo>
                    <a:pt x="3121660" y="2731770"/>
                    <a:pt x="3120390" y="2729230"/>
                    <a:pt x="3119121" y="2725420"/>
                  </a:cubicBezTo>
                  <a:cubicBezTo>
                    <a:pt x="3117850" y="2721610"/>
                    <a:pt x="3116581" y="2717800"/>
                    <a:pt x="3116581" y="2713990"/>
                  </a:cubicBezTo>
                  <a:cubicBezTo>
                    <a:pt x="3116581" y="2710180"/>
                    <a:pt x="3116581" y="2705100"/>
                    <a:pt x="3117851" y="2702560"/>
                  </a:cubicBezTo>
                  <a:cubicBezTo>
                    <a:pt x="3119121" y="2698750"/>
                    <a:pt x="3120391" y="2696210"/>
                    <a:pt x="3122931" y="2692400"/>
                  </a:cubicBezTo>
                  <a:lnTo>
                    <a:pt x="3131821" y="2701290"/>
                  </a:lnTo>
                  <a:cubicBezTo>
                    <a:pt x="3130550" y="2702560"/>
                    <a:pt x="3129281" y="2705100"/>
                    <a:pt x="3128010" y="2706370"/>
                  </a:cubicBezTo>
                  <a:cubicBezTo>
                    <a:pt x="3126740" y="2708910"/>
                    <a:pt x="3126740" y="2711450"/>
                    <a:pt x="3126740" y="2713990"/>
                  </a:cubicBezTo>
                  <a:cubicBezTo>
                    <a:pt x="3126740" y="2716530"/>
                    <a:pt x="3126740" y="2719070"/>
                    <a:pt x="3128010" y="2720340"/>
                  </a:cubicBezTo>
                  <a:cubicBezTo>
                    <a:pt x="3129281" y="2722880"/>
                    <a:pt x="3130550" y="2724150"/>
                    <a:pt x="3131821" y="2725420"/>
                  </a:cubicBezTo>
                  <a:cubicBezTo>
                    <a:pt x="3133091" y="2726690"/>
                    <a:pt x="3135631" y="2727960"/>
                    <a:pt x="3136900" y="2729230"/>
                  </a:cubicBezTo>
                  <a:cubicBezTo>
                    <a:pt x="3138170" y="2730500"/>
                    <a:pt x="3140710" y="2730500"/>
                    <a:pt x="3143250" y="2730500"/>
                  </a:cubicBezTo>
                  <a:cubicBezTo>
                    <a:pt x="3145790" y="2730500"/>
                    <a:pt x="3148330" y="2730500"/>
                    <a:pt x="3149600" y="2729230"/>
                  </a:cubicBezTo>
                  <a:cubicBezTo>
                    <a:pt x="3150871" y="2727960"/>
                    <a:pt x="3153410" y="2726690"/>
                    <a:pt x="3154680" y="2725420"/>
                  </a:cubicBezTo>
                  <a:cubicBezTo>
                    <a:pt x="3155950" y="2724150"/>
                    <a:pt x="3157220" y="2721610"/>
                    <a:pt x="3158490" y="2720340"/>
                  </a:cubicBezTo>
                  <a:cubicBezTo>
                    <a:pt x="3159760" y="2717800"/>
                    <a:pt x="3159760" y="2716530"/>
                    <a:pt x="3159760" y="2713990"/>
                  </a:cubicBezTo>
                  <a:cubicBezTo>
                    <a:pt x="3159760" y="2711450"/>
                    <a:pt x="3159760" y="2708910"/>
                    <a:pt x="3158490" y="2707640"/>
                  </a:cubicBezTo>
                  <a:cubicBezTo>
                    <a:pt x="3157220" y="2706370"/>
                    <a:pt x="3157220" y="2703830"/>
                    <a:pt x="3157220" y="2702560"/>
                  </a:cubicBezTo>
                  <a:lnTo>
                    <a:pt x="3148330" y="2702560"/>
                  </a:lnTo>
                  <a:lnTo>
                    <a:pt x="3148330" y="2712720"/>
                  </a:lnTo>
                  <a:lnTo>
                    <a:pt x="3136900" y="2712720"/>
                  </a:lnTo>
                  <a:lnTo>
                    <a:pt x="3136900" y="2691130"/>
                  </a:lnTo>
                  <a:lnTo>
                    <a:pt x="3167380" y="2691130"/>
                  </a:lnTo>
                  <a:close/>
                  <a:moveTo>
                    <a:pt x="3117850" y="2663190"/>
                  </a:moveTo>
                  <a:lnTo>
                    <a:pt x="3117850" y="2653030"/>
                  </a:lnTo>
                  <a:lnTo>
                    <a:pt x="3171190" y="2630170"/>
                  </a:lnTo>
                  <a:lnTo>
                    <a:pt x="3171190" y="2644140"/>
                  </a:lnTo>
                  <a:lnTo>
                    <a:pt x="3159760" y="2649220"/>
                  </a:lnTo>
                  <a:lnTo>
                    <a:pt x="3159760" y="2669540"/>
                  </a:lnTo>
                  <a:lnTo>
                    <a:pt x="3171190" y="2674620"/>
                  </a:lnTo>
                  <a:lnTo>
                    <a:pt x="3171190" y="2687320"/>
                  </a:lnTo>
                  <a:lnTo>
                    <a:pt x="3117850" y="2663190"/>
                  </a:lnTo>
                  <a:close/>
                  <a:moveTo>
                    <a:pt x="3133090" y="2658110"/>
                  </a:moveTo>
                  <a:lnTo>
                    <a:pt x="3149600" y="2664460"/>
                  </a:lnTo>
                  <a:lnTo>
                    <a:pt x="3149600" y="2651760"/>
                  </a:lnTo>
                  <a:lnTo>
                    <a:pt x="3133090" y="2658110"/>
                  </a:lnTo>
                  <a:close/>
                  <a:moveTo>
                    <a:pt x="3128010" y="2616200"/>
                  </a:moveTo>
                  <a:lnTo>
                    <a:pt x="3128010" y="2631440"/>
                  </a:lnTo>
                  <a:lnTo>
                    <a:pt x="3117850" y="2631440"/>
                  </a:lnTo>
                  <a:lnTo>
                    <a:pt x="3117850" y="2588260"/>
                  </a:lnTo>
                  <a:lnTo>
                    <a:pt x="3128010" y="2588260"/>
                  </a:lnTo>
                  <a:lnTo>
                    <a:pt x="3128010" y="2603500"/>
                  </a:lnTo>
                  <a:lnTo>
                    <a:pt x="3171190" y="2603500"/>
                  </a:lnTo>
                  <a:lnTo>
                    <a:pt x="3171190" y="2614930"/>
                  </a:lnTo>
                  <a:lnTo>
                    <a:pt x="3128010" y="2614930"/>
                  </a:lnTo>
                  <a:lnTo>
                    <a:pt x="3128010" y="2616200"/>
                  </a:lnTo>
                  <a:close/>
                  <a:moveTo>
                    <a:pt x="3117850" y="2578100"/>
                  </a:moveTo>
                  <a:lnTo>
                    <a:pt x="3117850" y="2566670"/>
                  </a:lnTo>
                  <a:lnTo>
                    <a:pt x="3171190" y="2566670"/>
                  </a:lnTo>
                  <a:lnTo>
                    <a:pt x="3171190" y="2578100"/>
                  </a:lnTo>
                  <a:lnTo>
                    <a:pt x="3117850" y="2578100"/>
                  </a:lnTo>
                  <a:close/>
                  <a:moveTo>
                    <a:pt x="3117850" y="2555240"/>
                  </a:moveTo>
                  <a:lnTo>
                    <a:pt x="3117850" y="2541270"/>
                  </a:lnTo>
                  <a:lnTo>
                    <a:pt x="3153410" y="2528570"/>
                  </a:lnTo>
                  <a:lnTo>
                    <a:pt x="3153410" y="2528570"/>
                  </a:lnTo>
                  <a:lnTo>
                    <a:pt x="3117850" y="2514600"/>
                  </a:lnTo>
                  <a:lnTo>
                    <a:pt x="3117850" y="2501900"/>
                  </a:lnTo>
                  <a:lnTo>
                    <a:pt x="3171190" y="2524760"/>
                  </a:lnTo>
                  <a:lnTo>
                    <a:pt x="3171190" y="2534920"/>
                  </a:lnTo>
                  <a:lnTo>
                    <a:pt x="3117850" y="2555240"/>
                  </a:lnTo>
                  <a:close/>
                  <a:moveTo>
                    <a:pt x="3117850" y="2490470"/>
                  </a:moveTo>
                  <a:lnTo>
                    <a:pt x="3117850" y="2453640"/>
                  </a:lnTo>
                  <a:lnTo>
                    <a:pt x="3129280" y="2453640"/>
                  </a:lnTo>
                  <a:lnTo>
                    <a:pt x="3129280" y="2479040"/>
                  </a:lnTo>
                  <a:lnTo>
                    <a:pt x="3139440" y="2479040"/>
                  </a:lnTo>
                  <a:lnTo>
                    <a:pt x="3139440" y="2456180"/>
                  </a:lnTo>
                  <a:lnTo>
                    <a:pt x="3150870" y="2456180"/>
                  </a:lnTo>
                  <a:lnTo>
                    <a:pt x="3150870" y="2479040"/>
                  </a:lnTo>
                  <a:lnTo>
                    <a:pt x="3162300" y="2479040"/>
                  </a:lnTo>
                  <a:lnTo>
                    <a:pt x="3162300" y="2452370"/>
                  </a:lnTo>
                  <a:lnTo>
                    <a:pt x="3173730" y="2452370"/>
                  </a:lnTo>
                  <a:lnTo>
                    <a:pt x="3173730" y="2490470"/>
                  </a:lnTo>
                  <a:lnTo>
                    <a:pt x="3117850" y="2490470"/>
                  </a:lnTo>
                  <a:close/>
                  <a:moveTo>
                    <a:pt x="3117850" y="5429250"/>
                  </a:moveTo>
                  <a:lnTo>
                    <a:pt x="3117850" y="5392420"/>
                  </a:lnTo>
                  <a:lnTo>
                    <a:pt x="3129280" y="5392420"/>
                  </a:lnTo>
                  <a:lnTo>
                    <a:pt x="3129280" y="5416550"/>
                  </a:lnTo>
                  <a:lnTo>
                    <a:pt x="3140710" y="5416550"/>
                  </a:lnTo>
                  <a:lnTo>
                    <a:pt x="3140710" y="5393690"/>
                  </a:lnTo>
                  <a:lnTo>
                    <a:pt x="3152140" y="5393690"/>
                  </a:lnTo>
                  <a:lnTo>
                    <a:pt x="3152140" y="5416550"/>
                  </a:lnTo>
                  <a:lnTo>
                    <a:pt x="3173730" y="5416550"/>
                  </a:lnTo>
                  <a:lnTo>
                    <a:pt x="3173730" y="5427980"/>
                  </a:lnTo>
                  <a:lnTo>
                    <a:pt x="3117850" y="5427980"/>
                  </a:lnTo>
                  <a:lnTo>
                    <a:pt x="3117850" y="5429250"/>
                  </a:lnTo>
                  <a:close/>
                  <a:moveTo>
                    <a:pt x="3117850" y="5379720"/>
                  </a:moveTo>
                  <a:lnTo>
                    <a:pt x="3117850" y="5368290"/>
                  </a:lnTo>
                  <a:lnTo>
                    <a:pt x="3171190" y="5368290"/>
                  </a:lnTo>
                  <a:lnTo>
                    <a:pt x="3171190" y="5379720"/>
                  </a:lnTo>
                  <a:lnTo>
                    <a:pt x="3117850" y="5379720"/>
                  </a:lnTo>
                  <a:close/>
                  <a:moveTo>
                    <a:pt x="3117850" y="5351780"/>
                  </a:moveTo>
                  <a:lnTo>
                    <a:pt x="3117850" y="5339080"/>
                  </a:lnTo>
                  <a:lnTo>
                    <a:pt x="3161030" y="5339080"/>
                  </a:lnTo>
                  <a:lnTo>
                    <a:pt x="3161030" y="5317490"/>
                  </a:lnTo>
                  <a:lnTo>
                    <a:pt x="3172460" y="5317490"/>
                  </a:lnTo>
                  <a:lnTo>
                    <a:pt x="3172460" y="5351780"/>
                  </a:lnTo>
                  <a:lnTo>
                    <a:pt x="3117850" y="5351780"/>
                  </a:lnTo>
                  <a:close/>
                  <a:moveTo>
                    <a:pt x="3117850" y="5306060"/>
                  </a:moveTo>
                  <a:lnTo>
                    <a:pt x="3117850" y="5288280"/>
                  </a:lnTo>
                  <a:lnTo>
                    <a:pt x="3153410" y="5275580"/>
                  </a:lnTo>
                  <a:lnTo>
                    <a:pt x="3153410" y="5275580"/>
                  </a:lnTo>
                  <a:lnTo>
                    <a:pt x="3117850" y="5262880"/>
                  </a:lnTo>
                  <a:lnTo>
                    <a:pt x="3117850" y="5245100"/>
                  </a:lnTo>
                  <a:lnTo>
                    <a:pt x="3171190" y="5245100"/>
                  </a:lnTo>
                  <a:lnTo>
                    <a:pt x="3171190" y="5256530"/>
                  </a:lnTo>
                  <a:lnTo>
                    <a:pt x="3129280" y="5256530"/>
                  </a:lnTo>
                  <a:lnTo>
                    <a:pt x="3129280" y="5256530"/>
                  </a:lnTo>
                  <a:lnTo>
                    <a:pt x="3171190" y="5270500"/>
                  </a:lnTo>
                  <a:lnTo>
                    <a:pt x="3171190" y="5279390"/>
                  </a:lnTo>
                  <a:lnTo>
                    <a:pt x="3129280" y="5293360"/>
                  </a:lnTo>
                  <a:lnTo>
                    <a:pt x="3129280" y="5293360"/>
                  </a:lnTo>
                  <a:lnTo>
                    <a:pt x="3171190" y="5293360"/>
                  </a:lnTo>
                  <a:lnTo>
                    <a:pt x="3171190" y="5304790"/>
                  </a:lnTo>
                  <a:lnTo>
                    <a:pt x="3117850" y="5306060"/>
                  </a:lnTo>
                  <a:lnTo>
                    <a:pt x="3117850" y="5306060"/>
                  </a:lnTo>
                  <a:close/>
                  <a:moveTo>
                    <a:pt x="3117850" y="5200650"/>
                  </a:moveTo>
                  <a:lnTo>
                    <a:pt x="3117850" y="5184140"/>
                  </a:lnTo>
                  <a:lnTo>
                    <a:pt x="3155950" y="5161280"/>
                  </a:lnTo>
                  <a:lnTo>
                    <a:pt x="3155950" y="5161280"/>
                  </a:lnTo>
                  <a:lnTo>
                    <a:pt x="3117850" y="5161280"/>
                  </a:lnTo>
                  <a:lnTo>
                    <a:pt x="3117850" y="5148580"/>
                  </a:lnTo>
                  <a:lnTo>
                    <a:pt x="3171190" y="5148580"/>
                  </a:lnTo>
                  <a:lnTo>
                    <a:pt x="3171190" y="5163821"/>
                  </a:lnTo>
                  <a:lnTo>
                    <a:pt x="3133090" y="5187950"/>
                  </a:lnTo>
                  <a:lnTo>
                    <a:pt x="3133090" y="5187950"/>
                  </a:lnTo>
                  <a:lnTo>
                    <a:pt x="3171190" y="5187950"/>
                  </a:lnTo>
                  <a:lnTo>
                    <a:pt x="3171190" y="5199380"/>
                  </a:lnTo>
                  <a:lnTo>
                    <a:pt x="3117850" y="5199380"/>
                  </a:lnTo>
                  <a:lnTo>
                    <a:pt x="3117850" y="5200650"/>
                  </a:lnTo>
                  <a:close/>
                  <a:moveTo>
                    <a:pt x="3117850" y="5132070"/>
                  </a:moveTo>
                  <a:lnTo>
                    <a:pt x="3117850" y="5095240"/>
                  </a:lnTo>
                  <a:lnTo>
                    <a:pt x="3129280" y="5095240"/>
                  </a:lnTo>
                  <a:lnTo>
                    <a:pt x="3129280" y="5120640"/>
                  </a:lnTo>
                  <a:lnTo>
                    <a:pt x="3139440" y="5120640"/>
                  </a:lnTo>
                  <a:lnTo>
                    <a:pt x="3139440" y="5097780"/>
                  </a:lnTo>
                  <a:lnTo>
                    <a:pt x="3150870" y="5097780"/>
                  </a:lnTo>
                  <a:lnTo>
                    <a:pt x="3150870" y="5120640"/>
                  </a:lnTo>
                  <a:lnTo>
                    <a:pt x="3162300" y="5120640"/>
                  </a:lnTo>
                  <a:lnTo>
                    <a:pt x="3162300" y="5093970"/>
                  </a:lnTo>
                  <a:lnTo>
                    <a:pt x="3173730" y="5093970"/>
                  </a:lnTo>
                  <a:lnTo>
                    <a:pt x="3173730" y="5132070"/>
                  </a:lnTo>
                  <a:lnTo>
                    <a:pt x="3117850" y="5132070"/>
                  </a:lnTo>
                  <a:close/>
                  <a:moveTo>
                    <a:pt x="3167380" y="5030470"/>
                  </a:moveTo>
                  <a:cubicBezTo>
                    <a:pt x="3168650" y="5034280"/>
                    <a:pt x="3169920" y="5038090"/>
                    <a:pt x="3171190" y="5041900"/>
                  </a:cubicBezTo>
                  <a:cubicBezTo>
                    <a:pt x="3172460" y="5045710"/>
                    <a:pt x="3172460" y="5049520"/>
                    <a:pt x="3172460" y="5053330"/>
                  </a:cubicBezTo>
                  <a:cubicBezTo>
                    <a:pt x="3172460" y="5057140"/>
                    <a:pt x="3171190" y="5060950"/>
                    <a:pt x="3169920" y="5064760"/>
                  </a:cubicBezTo>
                  <a:cubicBezTo>
                    <a:pt x="3168650" y="5068570"/>
                    <a:pt x="3166110" y="5071110"/>
                    <a:pt x="3164840" y="5073650"/>
                  </a:cubicBezTo>
                  <a:cubicBezTo>
                    <a:pt x="3162300" y="5076190"/>
                    <a:pt x="3159760" y="5078730"/>
                    <a:pt x="3155950" y="5080000"/>
                  </a:cubicBezTo>
                  <a:cubicBezTo>
                    <a:pt x="3152140" y="5081270"/>
                    <a:pt x="3148330" y="5082540"/>
                    <a:pt x="3144520" y="5082540"/>
                  </a:cubicBezTo>
                  <a:cubicBezTo>
                    <a:pt x="3140710" y="5082540"/>
                    <a:pt x="3136900" y="5081270"/>
                    <a:pt x="3133090" y="5080000"/>
                  </a:cubicBezTo>
                  <a:cubicBezTo>
                    <a:pt x="3129280" y="5078730"/>
                    <a:pt x="3126740" y="5076190"/>
                    <a:pt x="3124200" y="5073650"/>
                  </a:cubicBezTo>
                  <a:cubicBezTo>
                    <a:pt x="3121660" y="5071110"/>
                    <a:pt x="3120390" y="5068570"/>
                    <a:pt x="3119121" y="5064760"/>
                  </a:cubicBezTo>
                  <a:cubicBezTo>
                    <a:pt x="3117850" y="5060950"/>
                    <a:pt x="3116581" y="5057140"/>
                    <a:pt x="3116581" y="5053330"/>
                  </a:cubicBezTo>
                  <a:cubicBezTo>
                    <a:pt x="3116581" y="5049520"/>
                    <a:pt x="3116581" y="5044440"/>
                    <a:pt x="3117851" y="5041900"/>
                  </a:cubicBezTo>
                  <a:cubicBezTo>
                    <a:pt x="3119121" y="5038090"/>
                    <a:pt x="3120391" y="5035550"/>
                    <a:pt x="3122931" y="5031740"/>
                  </a:cubicBezTo>
                  <a:lnTo>
                    <a:pt x="3131821" y="5040630"/>
                  </a:lnTo>
                  <a:cubicBezTo>
                    <a:pt x="3130550" y="5041900"/>
                    <a:pt x="3129281" y="5044440"/>
                    <a:pt x="3128010" y="5045710"/>
                  </a:cubicBezTo>
                  <a:cubicBezTo>
                    <a:pt x="3126740" y="5048250"/>
                    <a:pt x="3126740" y="5050790"/>
                    <a:pt x="3126740" y="5053330"/>
                  </a:cubicBezTo>
                  <a:cubicBezTo>
                    <a:pt x="3126740" y="5055871"/>
                    <a:pt x="3126740" y="5058410"/>
                    <a:pt x="3128010" y="5059680"/>
                  </a:cubicBezTo>
                  <a:cubicBezTo>
                    <a:pt x="3129281" y="5062221"/>
                    <a:pt x="3130550" y="5063490"/>
                    <a:pt x="3131821" y="5064760"/>
                  </a:cubicBezTo>
                  <a:cubicBezTo>
                    <a:pt x="3133091" y="5066030"/>
                    <a:pt x="3135631" y="5067300"/>
                    <a:pt x="3136900" y="5068570"/>
                  </a:cubicBezTo>
                  <a:cubicBezTo>
                    <a:pt x="3139440" y="5069840"/>
                    <a:pt x="3140710" y="5069840"/>
                    <a:pt x="3143250" y="5069840"/>
                  </a:cubicBezTo>
                  <a:cubicBezTo>
                    <a:pt x="3145790" y="5069840"/>
                    <a:pt x="3148330" y="5069840"/>
                    <a:pt x="3149600" y="5068570"/>
                  </a:cubicBezTo>
                  <a:cubicBezTo>
                    <a:pt x="3152140" y="5067300"/>
                    <a:pt x="3153410" y="5066030"/>
                    <a:pt x="3154680" y="5064760"/>
                  </a:cubicBezTo>
                  <a:cubicBezTo>
                    <a:pt x="3155950" y="5063491"/>
                    <a:pt x="3157220" y="5060950"/>
                    <a:pt x="3158490" y="5059680"/>
                  </a:cubicBezTo>
                  <a:cubicBezTo>
                    <a:pt x="3159760" y="5057140"/>
                    <a:pt x="3159760" y="5055871"/>
                    <a:pt x="3159760" y="5053330"/>
                  </a:cubicBezTo>
                  <a:cubicBezTo>
                    <a:pt x="3159760" y="5050790"/>
                    <a:pt x="3159760" y="5048250"/>
                    <a:pt x="3158490" y="5046980"/>
                  </a:cubicBezTo>
                  <a:cubicBezTo>
                    <a:pt x="3158490" y="5045710"/>
                    <a:pt x="3157220" y="5043171"/>
                    <a:pt x="3157220" y="5041900"/>
                  </a:cubicBezTo>
                  <a:lnTo>
                    <a:pt x="3148330" y="5041900"/>
                  </a:lnTo>
                  <a:lnTo>
                    <a:pt x="3148330" y="5052060"/>
                  </a:lnTo>
                  <a:lnTo>
                    <a:pt x="3136900" y="5052060"/>
                  </a:lnTo>
                  <a:lnTo>
                    <a:pt x="3136900" y="5030470"/>
                  </a:lnTo>
                  <a:lnTo>
                    <a:pt x="3167380" y="5030470"/>
                  </a:lnTo>
                  <a:close/>
                  <a:moveTo>
                    <a:pt x="3117850" y="5002530"/>
                  </a:moveTo>
                  <a:lnTo>
                    <a:pt x="3117850" y="4992370"/>
                  </a:lnTo>
                  <a:lnTo>
                    <a:pt x="3171190" y="4969510"/>
                  </a:lnTo>
                  <a:lnTo>
                    <a:pt x="3171190" y="4983480"/>
                  </a:lnTo>
                  <a:lnTo>
                    <a:pt x="3159760" y="4988560"/>
                  </a:lnTo>
                  <a:lnTo>
                    <a:pt x="3159760" y="5010150"/>
                  </a:lnTo>
                  <a:lnTo>
                    <a:pt x="3171190" y="5015230"/>
                  </a:lnTo>
                  <a:lnTo>
                    <a:pt x="3171190" y="5027930"/>
                  </a:lnTo>
                  <a:lnTo>
                    <a:pt x="3117850" y="5002530"/>
                  </a:lnTo>
                  <a:close/>
                  <a:moveTo>
                    <a:pt x="3133090" y="4997450"/>
                  </a:moveTo>
                  <a:lnTo>
                    <a:pt x="3149600" y="5003800"/>
                  </a:lnTo>
                  <a:lnTo>
                    <a:pt x="3149600" y="4991100"/>
                  </a:lnTo>
                  <a:lnTo>
                    <a:pt x="3133090" y="4997450"/>
                  </a:lnTo>
                  <a:close/>
                  <a:moveTo>
                    <a:pt x="3128010" y="4955540"/>
                  </a:moveTo>
                  <a:lnTo>
                    <a:pt x="3128010" y="4970780"/>
                  </a:lnTo>
                  <a:lnTo>
                    <a:pt x="3117850" y="4970780"/>
                  </a:lnTo>
                  <a:lnTo>
                    <a:pt x="3117850" y="4927600"/>
                  </a:lnTo>
                  <a:lnTo>
                    <a:pt x="3128010" y="4927600"/>
                  </a:lnTo>
                  <a:lnTo>
                    <a:pt x="3128010" y="4942840"/>
                  </a:lnTo>
                  <a:lnTo>
                    <a:pt x="3171190" y="4942840"/>
                  </a:lnTo>
                  <a:lnTo>
                    <a:pt x="3171190" y="4954270"/>
                  </a:lnTo>
                  <a:lnTo>
                    <a:pt x="3128010" y="4955540"/>
                  </a:lnTo>
                  <a:lnTo>
                    <a:pt x="3128010" y="4955540"/>
                  </a:lnTo>
                  <a:close/>
                  <a:moveTo>
                    <a:pt x="3117850" y="4917440"/>
                  </a:moveTo>
                  <a:lnTo>
                    <a:pt x="3117850" y="4906010"/>
                  </a:lnTo>
                  <a:lnTo>
                    <a:pt x="3171190" y="4906010"/>
                  </a:lnTo>
                  <a:lnTo>
                    <a:pt x="3171190" y="4917440"/>
                  </a:lnTo>
                  <a:lnTo>
                    <a:pt x="3117850" y="4917440"/>
                  </a:lnTo>
                  <a:close/>
                  <a:moveTo>
                    <a:pt x="3117850" y="4894580"/>
                  </a:moveTo>
                  <a:lnTo>
                    <a:pt x="3117850" y="4881880"/>
                  </a:lnTo>
                  <a:lnTo>
                    <a:pt x="3153410" y="4869180"/>
                  </a:lnTo>
                  <a:lnTo>
                    <a:pt x="3153410" y="4869180"/>
                  </a:lnTo>
                  <a:lnTo>
                    <a:pt x="3117850" y="4855210"/>
                  </a:lnTo>
                  <a:lnTo>
                    <a:pt x="3117850" y="4842510"/>
                  </a:lnTo>
                  <a:lnTo>
                    <a:pt x="3171190" y="4865370"/>
                  </a:lnTo>
                  <a:lnTo>
                    <a:pt x="3171190" y="4875530"/>
                  </a:lnTo>
                  <a:lnTo>
                    <a:pt x="3117850" y="4894580"/>
                  </a:lnTo>
                  <a:close/>
                  <a:moveTo>
                    <a:pt x="3117850" y="4829810"/>
                  </a:moveTo>
                  <a:lnTo>
                    <a:pt x="3117850" y="4792980"/>
                  </a:lnTo>
                  <a:lnTo>
                    <a:pt x="3129280" y="4792980"/>
                  </a:lnTo>
                  <a:lnTo>
                    <a:pt x="3129280" y="4818380"/>
                  </a:lnTo>
                  <a:lnTo>
                    <a:pt x="3139440" y="4818380"/>
                  </a:lnTo>
                  <a:lnTo>
                    <a:pt x="3139440" y="4795520"/>
                  </a:lnTo>
                  <a:lnTo>
                    <a:pt x="3150870" y="4795520"/>
                  </a:lnTo>
                  <a:lnTo>
                    <a:pt x="3150870" y="4818380"/>
                  </a:lnTo>
                  <a:lnTo>
                    <a:pt x="3162300" y="4818380"/>
                  </a:lnTo>
                  <a:lnTo>
                    <a:pt x="3162300" y="4791710"/>
                  </a:lnTo>
                  <a:lnTo>
                    <a:pt x="3173730" y="4791710"/>
                  </a:lnTo>
                  <a:lnTo>
                    <a:pt x="3173730" y="4829810"/>
                  </a:lnTo>
                  <a:lnTo>
                    <a:pt x="3117850" y="4829810"/>
                  </a:lnTo>
                  <a:close/>
                  <a:moveTo>
                    <a:pt x="30480" y="146050"/>
                  </a:moveTo>
                  <a:lnTo>
                    <a:pt x="1270" y="83820"/>
                  </a:lnTo>
                  <a:lnTo>
                    <a:pt x="6350" y="82550"/>
                  </a:lnTo>
                  <a:lnTo>
                    <a:pt x="30480" y="134620"/>
                  </a:lnTo>
                  <a:lnTo>
                    <a:pt x="53340" y="82550"/>
                  </a:lnTo>
                  <a:lnTo>
                    <a:pt x="58420" y="83820"/>
                  </a:lnTo>
                  <a:lnTo>
                    <a:pt x="30480" y="146050"/>
                  </a:lnTo>
                  <a:close/>
                  <a:moveTo>
                    <a:pt x="26670" y="0"/>
                  </a:moveTo>
                  <a:lnTo>
                    <a:pt x="31750" y="0"/>
                  </a:lnTo>
                  <a:lnTo>
                    <a:pt x="31750" y="139700"/>
                  </a:lnTo>
                  <a:lnTo>
                    <a:pt x="26670" y="139700"/>
                  </a:lnTo>
                  <a:lnTo>
                    <a:pt x="26670" y="0"/>
                  </a:lnTo>
                  <a:close/>
                  <a:moveTo>
                    <a:pt x="41910" y="246380"/>
                  </a:moveTo>
                  <a:lnTo>
                    <a:pt x="31750" y="234950"/>
                  </a:lnTo>
                  <a:lnTo>
                    <a:pt x="39370" y="228600"/>
                  </a:lnTo>
                  <a:lnTo>
                    <a:pt x="54610" y="246380"/>
                  </a:lnTo>
                  <a:lnTo>
                    <a:pt x="54610" y="256540"/>
                  </a:lnTo>
                  <a:lnTo>
                    <a:pt x="1270" y="256540"/>
                  </a:lnTo>
                  <a:lnTo>
                    <a:pt x="1270" y="246380"/>
                  </a:lnTo>
                  <a:lnTo>
                    <a:pt x="41910" y="246380"/>
                  </a:lnTo>
                  <a:close/>
                  <a:moveTo>
                    <a:pt x="34290" y="292100"/>
                  </a:moveTo>
                  <a:lnTo>
                    <a:pt x="34290" y="295910"/>
                  </a:lnTo>
                  <a:cubicBezTo>
                    <a:pt x="34290" y="297180"/>
                    <a:pt x="34290" y="298450"/>
                    <a:pt x="34290" y="298450"/>
                  </a:cubicBezTo>
                  <a:cubicBezTo>
                    <a:pt x="34290" y="298450"/>
                    <a:pt x="34290" y="300990"/>
                    <a:pt x="35560" y="300990"/>
                  </a:cubicBezTo>
                  <a:cubicBezTo>
                    <a:pt x="35560" y="302260"/>
                    <a:pt x="36830" y="302260"/>
                    <a:pt x="36830" y="303530"/>
                  </a:cubicBezTo>
                  <a:cubicBezTo>
                    <a:pt x="38100" y="303530"/>
                    <a:pt x="38100" y="304800"/>
                    <a:pt x="39370" y="304800"/>
                  </a:cubicBezTo>
                  <a:cubicBezTo>
                    <a:pt x="40640" y="304800"/>
                    <a:pt x="41910" y="303530"/>
                    <a:pt x="43180" y="302260"/>
                  </a:cubicBezTo>
                  <a:cubicBezTo>
                    <a:pt x="44450" y="300990"/>
                    <a:pt x="44450" y="299720"/>
                    <a:pt x="44450" y="297180"/>
                  </a:cubicBezTo>
                  <a:cubicBezTo>
                    <a:pt x="44450" y="295910"/>
                    <a:pt x="44450" y="293370"/>
                    <a:pt x="43180" y="293370"/>
                  </a:cubicBezTo>
                  <a:cubicBezTo>
                    <a:pt x="41910" y="293370"/>
                    <a:pt x="40640" y="290830"/>
                    <a:pt x="39370" y="290830"/>
                  </a:cubicBezTo>
                  <a:lnTo>
                    <a:pt x="41910" y="278130"/>
                  </a:lnTo>
                  <a:cubicBezTo>
                    <a:pt x="44450" y="278130"/>
                    <a:pt x="45720" y="279400"/>
                    <a:pt x="48260" y="280670"/>
                  </a:cubicBezTo>
                  <a:cubicBezTo>
                    <a:pt x="49530" y="281940"/>
                    <a:pt x="50800" y="283210"/>
                    <a:pt x="52070" y="284480"/>
                  </a:cubicBezTo>
                  <a:cubicBezTo>
                    <a:pt x="53340" y="285750"/>
                    <a:pt x="53340" y="288290"/>
                    <a:pt x="54610" y="289560"/>
                  </a:cubicBezTo>
                  <a:cubicBezTo>
                    <a:pt x="55880" y="290830"/>
                    <a:pt x="55880" y="293370"/>
                    <a:pt x="55880" y="295910"/>
                  </a:cubicBezTo>
                  <a:cubicBezTo>
                    <a:pt x="55880" y="298450"/>
                    <a:pt x="55880" y="300990"/>
                    <a:pt x="54610" y="302260"/>
                  </a:cubicBezTo>
                  <a:cubicBezTo>
                    <a:pt x="54610" y="304800"/>
                    <a:pt x="53340" y="306070"/>
                    <a:pt x="52070" y="308610"/>
                  </a:cubicBezTo>
                  <a:cubicBezTo>
                    <a:pt x="50800" y="309880"/>
                    <a:pt x="49530" y="311150"/>
                    <a:pt x="46990" y="312420"/>
                  </a:cubicBezTo>
                  <a:cubicBezTo>
                    <a:pt x="45720" y="313690"/>
                    <a:pt x="43180" y="313690"/>
                    <a:pt x="40640" y="313690"/>
                  </a:cubicBezTo>
                  <a:cubicBezTo>
                    <a:pt x="38100" y="313690"/>
                    <a:pt x="35560" y="312420"/>
                    <a:pt x="33020" y="311150"/>
                  </a:cubicBezTo>
                  <a:cubicBezTo>
                    <a:pt x="30480" y="309880"/>
                    <a:pt x="30480" y="309880"/>
                    <a:pt x="29210" y="307340"/>
                  </a:cubicBezTo>
                  <a:lnTo>
                    <a:pt x="29210" y="307340"/>
                  </a:lnTo>
                  <a:cubicBezTo>
                    <a:pt x="29210" y="308610"/>
                    <a:pt x="27940" y="309880"/>
                    <a:pt x="27940" y="311150"/>
                  </a:cubicBezTo>
                  <a:cubicBezTo>
                    <a:pt x="26670" y="312420"/>
                    <a:pt x="26670" y="313690"/>
                    <a:pt x="25400" y="313690"/>
                  </a:cubicBezTo>
                  <a:cubicBezTo>
                    <a:pt x="24130" y="314960"/>
                    <a:pt x="22860" y="314960"/>
                    <a:pt x="21590" y="316230"/>
                  </a:cubicBezTo>
                  <a:cubicBezTo>
                    <a:pt x="20320" y="316230"/>
                    <a:pt x="19050" y="317500"/>
                    <a:pt x="16510" y="317500"/>
                  </a:cubicBezTo>
                  <a:cubicBezTo>
                    <a:pt x="13970" y="317500"/>
                    <a:pt x="11430" y="317500"/>
                    <a:pt x="8890" y="316230"/>
                  </a:cubicBezTo>
                  <a:cubicBezTo>
                    <a:pt x="6350" y="314960"/>
                    <a:pt x="5080" y="313690"/>
                    <a:pt x="3810" y="312420"/>
                  </a:cubicBezTo>
                  <a:cubicBezTo>
                    <a:pt x="2540" y="311150"/>
                    <a:pt x="1270" y="308610"/>
                    <a:pt x="1270" y="306070"/>
                  </a:cubicBezTo>
                  <a:cubicBezTo>
                    <a:pt x="1270" y="303530"/>
                    <a:pt x="0" y="300990"/>
                    <a:pt x="0" y="297180"/>
                  </a:cubicBezTo>
                  <a:cubicBezTo>
                    <a:pt x="0" y="292100"/>
                    <a:pt x="1270" y="288290"/>
                    <a:pt x="3810" y="284480"/>
                  </a:cubicBezTo>
                  <a:cubicBezTo>
                    <a:pt x="6350" y="280670"/>
                    <a:pt x="10160" y="278130"/>
                    <a:pt x="13970" y="278130"/>
                  </a:cubicBezTo>
                  <a:lnTo>
                    <a:pt x="16510" y="289560"/>
                  </a:lnTo>
                  <a:cubicBezTo>
                    <a:pt x="13970" y="289560"/>
                    <a:pt x="12700" y="290830"/>
                    <a:pt x="11430" y="292100"/>
                  </a:cubicBezTo>
                  <a:cubicBezTo>
                    <a:pt x="10160" y="293370"/>
                    <a:pt x="10160" y="294640"/>
                    <a:pt x="10160" y="297180"/>
                  </a:cubicBezTo>
                  <a:cubicBezTo>
                    <a:pt x="10160" y="299720"/>
                    <a:pt x="11430" y="300990"/>
                    <a:pt x="12700" y="302260"/>
                  </a:cubicBezTo>
                  <a:cubicBezTo>
                    <a:pt x="13970" y="303530"/>
                    <a:pt x="15240" y="303530"/>
                    <a:pt x="17780" y="303530"/>
                  </a:cubicBezTo>
                  <a:cubicBezTo>
                    <a:pt x="19050" y="303530"/>
                    <a:pt x="20320" y="303530"/>
                    <a:pt x="21590" y="302260"/>
                  </a:cubicBezTo>
                  <a:cubicBezTo>
                    <a:pt x="22860" y="300990"/>
                    <a:pt x="22860" y="300990"/>
                    <a:pt x="22860" y="299720"/>
                  </a:cubicBezTo>
                  <a:cubicBezTo>
                    <a:pt x="22860" y="298450"/>
                    <a:pt x="24130" y="297180"/>
                    <a:pt x="24130" y="295910"/>
                  </a:cubicBezTo>
                  <a:cubicBezTo>
                    <a:pt x="24130" y="294640"/>
                    <a:pt x="24130" y="293370"/>
                    <a:pt x="24130" y="292100"/>
                  </a:cubicBezTo>
                  <a:lnTo>
                    <a:pt x="24130" y="289560"/>
                  </a:lnTo>
                  <a:lnTo>
                    <a:pt x="34290" y="289560"/>
                  </a:lnTo>
                  <a:lnTo>
                    <a:pt x="34290" y="292100"/>
                  </a:lnTo>
                  <a:close/>
                  <a:moveTo>
                    <a:pt x="30480" y="1762760"/>
                  </a:moveTo>
                  <a:lnTo>
                    <a:pt x="1270" y="1700530"/>
                  </a:lnTo>
                  <a:lnTo>
                    <a:pt x="6350" y="1697990"/>
                  </a:lnTo>
                  <a:lnTo>
                    <a:pt x="30480" y="1750060"/>
                  </a:lnTo>
                  <a:lnTo>
                    <a:pt x="53340" y="1697990"/>
                  </a:lnTo>
                  <a:lnTo>
                    <a:pt x="58420" y="1700530"/>
                  </a:lnTo>
                  <a:lnTo>
                    <a:pt x="30480" y="1762760"/>
                  </a:lnTo>
                  <a:close/>
                  <a:moveTo>
                    <a:pt x="26670" y="1616710"/>
                  </a:moveTo>
                  <a:lnTo>
                    <a:pt x="31750" y="1616710"/>
                  </a:lnTo>
                  <a:lnTo>
                    <a:pt x="31750" y="1756410"/>
                  </a:lnTo>
                  <a:lnTo>
                    <a:pt x="26670" y="1756410"/>
                  </a:lnTo>
                  <a:lnTo>
                    <a:pt x="26670" y="1616710"/>
                  </a:lnTo>
                  <a:close/>
                  <a:moveTo>
                    <a:pt x="41910" y="1863090"/>
                  </a:moveTo>
                  <a:lnTo>
                    <a:pt x="31750" y="1851660"/>
                  </a:lnTo>
                  <a:lnTo>
                    <a:pt x="39370" y="1845310"/>
                  </a:lnTo>
                  <a:lnTo>
                    <a:pt x="54610" y="1863090"/>
                  </a:lnTo>
                  <a:lnTo>
                    <a:pt x="54610" y="1873250"/>
                  </a:lnTo>
                  <a:lnTo>
                    <a:pt x="1270" y="1873250"/>
                  </a:lnTo>
                  <a:lnTo>
                    <a:pt x="1270" y="1861820"/>
                  </a:lnTo>
                  <a:lnTo>
                    <a:pt x="41910" y="1863090"/>
                  </a:lnTo>
                  <a:lnTo>
                    <a:pt x="41910" y="1863090"/>
                  </a:lnTo>
                  <a:close/>
                  <a:moveTo>
                    <a:pt x="34290" y="1908810"/>
                  </a:moveTo>
                  <a:lnTo>
                    <a:pt x="34290" y="1912620"/>
                  </a:lnTo>
                  <a:cubicBezTo>
                    <a:pt x="34290" y="1913890"/>
                    <a:pt x="34290" y="1915160"/>
                    <a:pt x="34290" y="1915160"/>
                  </a:cubicBezTo>
                  <a:cubicBezTo>
                    <a:pt x="34290" y="1915160"/>
                    <a:pt x="34290" y="1917700"/>
                    <a:pt x="35560" y="1917700"/>
                  </a:cubicBezTo>
                  <a:cubicBezTo>
                    <a:pt x="35560" y="1918970"/>
                    <a:pt x="36830" y="1918970"/>
                    <a:pt x="36830" y="1920240"/>
                  </a:cubicBezTo>
                  <a:cubicBezTo>
                    <a:pt x="38100" y="1920240"/>
                    <a:pt x="38100" y="1921510"/>
                    <a:pt x="39370" y="1921510"/>
                  </a:cubicBezTo>
                  <a:cubicBezTo>
                    <a:pt x="40640" y="1921510"/>
                    <a:pt x="41910" y="1920240"/>
                    <a:pt x="43180" y="1918970"/>
                  </a:cubicBezTo>
                  <a:cubicBezTo>
                    <a:pt x="44450" y="1917700"/>
                    <a:pt x="44450" y="1916430"/>
                    <a:pt x="44450" y="1913890"/>
                  </a:cubicBezTo>
                  <a:cubicBezTo>
                    <a:pt x="44450" y="1912620"/>
                    <a:pt x="44450" y="1910080"/>
                    <a:pt x="43180" y="1910080"/>
                  </a:cubicBezTo>
                  <a:cubicBezTo>
                    <a:pt x="41910" y="1910080"/>
                    <a:pt x="40640" y="1907540"/>
                    <a:pt x="39370" y="1907540"/>
                  </a:cubicBezTo>
                  <a:lnTo>
                    <a:pt x="41910" y="1894840"/>
                  </a:lnTo>
                  <a:cubicBezTo>
                    <a:pt x="44450" y="1894840"/>
                    <a:pt x="45720" y="1896110"/>
                    <a:pt x="48260" y="1897380"/>
                  </a:cubicBezTo>
                  <a:cubicBezTo>
                    <a:pt x="49530" y="1898650"/>
                    <a:pt x="50800" y="1899920"/>
                    <a:pt x="52070" y="1901190"/>
                  </a:cubicBezTo>
                  <a:cubicBezTo>
                    <a:pt x="53340" y="1902460"/>
                    <a:pt x="53340" y="1905000"/>
                    <a:pt x="54610" y="1906270"/>
                  </a:cubicBezTo>
                  <a:cubicBezTo>
                    <a:pt x="55880" y="1907540"/>
                    <a:pt x="55880" y="1910080"/>
                    <a:pt x="55880" y="1912620"/>
                  </a:cubicBezTo>
                  <a:cubicBezTo>
                    <a:pt x="55880" y="1915160"/>
                    <a:pt x="55880" y="1917700"/>
                    <a:pt x="54610" y="1918970"/>
                  </a:cubicBezTo>
                  <a:cubicBezTo>
                    <a:pt x="54610" y="1921510"/>
                    <a:pt x="53340" y="1922780"/>
                    <a:pt x="52070" y="1925320"/>
                  </a:cubicBezTo>
                  <a:cubicBezTo>
                    <a:pt x="50800" y="1926590"/>
                    <a:pt x="49530" y="1927860"/>
                    <a:pt x="46990" y="1929130"/>
                  </a:cubicBezTo>
                  <a:cubicBezTo>
                    <a:pt x="45720" y="1930400"/>
                    <a:pt x="43180" y="1930400"/>
                    <a:pt x="40640" y="1930400"/>
                  </a:cubicBezTo>
                  <a:cubicBezTo>
                    <a:pt x="38100" y="1930400"/>
                    <a:pt x="35560" y="1929130"/>
                    <a:pt x="33020" y="1927860"/>
                  </a:cubicBezTo>
                  <a:cubicBezTo>
                    <a:pt x="30480" y="1926590"/>
                    <a:pt x="29210" y="1924050"/>
                    <a:pt x="29210" y="1921510"/>
                  </a:cubicBezTo>
                  <a:lnTo>
                    <a:pt x="29210" y="1921510"/>
                  </a:lnTo>
                  <a:cubicBezTo>
                    <a:pt x="29210" y="1922780"/>
                    <a:pt x="27940" y="1924050"/>
                    <a:pt x="27940" y="1925320"/>
                  </a:cubicBezTo>
                  <a:cubicBezTo>
                    <a:pt x="26670" y="1926590"/>
                    <a:pt x="26670" y="1927860"/>
                    <a:pt x="25400" y="1927860"/>
                  </a:cubicBezTo>
                  <a:cubicBezTo>
                    <a:pt x="24130" y="1929130"/>
                    <a:pt x="22860" y="1929130"/>
                    <a:pt x="21590" y="1930400"/>
                  </a:cubicBezTo>
                  <a:cubicBezTo>
                    <a:pt x="20320" y="1930400"/>
                    <a:pt x="19050" y="1931670"/>
                    <a:pt x="16510" y="1931670"/>
                  </a:cubicBezTo>
                  <a:cubicBezTo>
                    <a:pt x="13970" y="1931670"/>
                    <a:pt x="11430" y="1931670"/>
                    <a:pt x="8890" y="1930400"/>
                  </a:cubicBezTo>
                  <a:cubicBezTo>
                    <a:pt x="6350" y="1929130"/>
                    <a:pt x="5080" y="1927860"/>
                    <a:pt x="3810" y="1926590"/>
                  </a:cubicBezTo>
                  <a:cubicBezTo>
                    <a:pt x="2540" y="1925320"/>
                    <a:pt x="1270" y="1922780"/>
                    <a:pt x="1270" y="1920240"/>
                  </a:cubicBezTo>
                  <a:cubicBezTo>
                    <a:pt x="1270" y="1917700"/>
                    <a:pt x="0" y="1915160"/>
                    <a:pt x="0" y="1912620"/>
                  </a:cubicBezTo>
                  <a:cubicBezTo>
                    <a:pt x="0" y="1907540"/>
                    <a:pt x="1270" y="1903730"/>
                    <a:pt x="3810" y="1899920"/>
                  </a:cubicBezTo>
                  <a:cubicBezTo>
                    <a:pt x="6350" y="1896110"/>
                    <a:pt x="10160" y="1893570"/>
                    <a:pt x="13970" y="1893570"/>
                  </a:cubicBezTo>
                  <a:lnTo>
                    <a:pt x="16510" y="1905000"/>
                  </a:lnTo>
                  <a:cubicBezTo>
                    <a:pt x="13970" y="1905000"/>
                    <a:pt x="12700" y="1906270"/>
                    <a:pt x="11430" y="1907540"/>
                  </a:cubicBezTo>
                  <a:cubicBezTo>
                    <a:pt x="10160" y="1908810"/>
                    <a:pt x="10160" y="1910080"/>
                    <a:pt x="10160" y="1912620"/>
                  </a:cubicBezTo>
                  <a:cubicBezTo>
                    <a:pt x="10160" y="1915160"/>
                    <a:pt x="11430" y="1916430"/>
                    <a:pt x="12700" y="1917700"/>
                  </a:cubicBezTo>
                  <a:cubicBezTo>
                    <a:pt x="13970" y="1918970"/>
                    <a:pt x="15240" y="1918970"/>
                    <a:pt x="17780" y="1918970"/>
                  </a:cubicBezTo>
                  <a:cubicBezTo>
                    <a:pt x="19050" y="1918970"/>
                    <a:pt x="20320" y="1918970"/>
                    <a:pt x="21590" y="1917700"/>
                  </a:cubicBezTo>
                  <a:cubicBezTo>
                    <a:pt x="22860" y="1916430"/>
                    <a:pt x="22860" y="1916430"/>
                    <a:pt x="22860" y="1915160"/>
                  </a:cubicBezTo>
                  <a:cubicBezTo>
                    <a:pt x="22860" y="1913890"/>
                    <a:pt x="24130" y="1912620"/>
                    <a:pt x="24130" y="1911350"/>
                  </a:cubicBezTo>
                  <a:cubicBezTo>
                    <a:pt x="24130" y="1910080"/>
                    <a:pt x="24130" y="1908810"/>
                    <a:pt x="24130" y="1907540"/>
                  </a:cubicBezTo>
                  <a:lnTo>
                    <a:pt x="24130" y="1905000"/>
                  </a:lnTo>
                  <a:lnTo>
                    <a:pt x="34290" y="1905000"/>
                  </a:lnTo>
                  <a:lnTo>
                    <a:pt x="34290" y="1908810"/>
                  </a:lnTo>
                  <a:close/>
                  <a:moveTo>
                    <a:pt x="54610" y="1996440"/>
                  </a:moveTo>
                  <a:lnTo>
                    <a:pt x="54610" y="2006600"/>
                  </a:lnTo>
                  <a:lnTo>
                    <a:pt x="1270" y="2029460"/>
                  </a:lnTo>
                  <a:lnTo>
                    <a:pt x="1270" y="2015490"/>
                  </a:lnTo>
                  <a:lnTo>
                    <a:pt x="12700" y="2010410"/>
                  </a:lnTo>
                  <a:lnTo>
                    <a:pt x="12700" y="1990090"/>
                  </a:lnTo>
                  <a:lnTo>
                    <a:pt x="1270" y="1985010"/>
                  </a:lnTo>
                  <a:lnTo>
                    <a:pt x="1270" y="1972310"/>
                  </a:lnTo>
                  <a:lnTo>
                    <a:pt x="54610" y="1996440"/>
                  </a:lnTo>
                  <a:close/>
                  <a:moveTo>
                    <a:pt x="39370" y="2000250"/>
                  </a:moveTo>
                  <a:lnTo>
                    <a:pt x="22860" y="1993900"/>
                  </a:lnTo>
                  <a:lnTo>
                    <a:pt x="22860" y="2006600"/>
                  </a:lnTo>
                  <a:lnTo>
                    <a:pt x="39370" y="2000250"/>
                  </a:lnTo>
                  <a:close/>
                  <a:moveTo>
                    <a:pt x="30480" y="3468370"/>
                  </a:moveTo>
                  <a:lnTo>
                    <a:pt x="1270" y="3406140"/>
                  </a:lnTo>
                  <a:lnTo>
                    <a:pt x="6350" y="3403600"/>
                  </a:lnTo>
                  <a:lnTo>
                    <a:pt x="30480" y="3455670"/>
                  </a:lnTo>
                  <a:lnTo>
                    <a:pt x="53340" y="3403600"/>
                  </a:lnTo>
                  <a:lnTo>
                    <a:pt x="58420" y="3406140"/>
                  </a:lnTo>
                  <a:lnTo>
                    <a:pt x="30480" y="3468370"/>
                  </a:lnTo>
                  <a:close/>
                  <a:moveTo>
                    <a:pt x="26670" y="3322320"/>
                  </a:moveTo>
                  <a:lnTo>
                    <a:pt x="31750" y="3322320"/>
                  </a:lnTo>
                  <a:lnTo>
                    <a:pt x="31750" y="3462020"/>
                  </a:lnTo>
                  <a:lnTo>
                    <a:pt x="26670" y="3462020"/>
                  </a:lnTo>
                  <a:lnTo>
                    <a:pt x="26670" y="3322320"/>
                  </a:lnTo>
                  <a:close/>
                  <a:moveTo>
                    <a:pt x="41910" y="3568700"/>
                  </a:moveTo>
                  <a:lnTo>
                    <a:pt x="31750" y="3557270"/>
                  </a:lnTo>
                  <a:lnTo>
                    <a:pt x="39370" y="3550920"/>
                  </a:lnTo>
                  <a:lnTo>
                    <a:pt x="54610" y="3568700"/>
                  </a:lnTo>
                  <a:lnTo>
                    <a:pt x="54610" y="3578860"/>
                  </a:lnTo>
                  <a:lnTo>
                    <a:pt x="1270" y="3578860"/>
                  </a:lnTo>
                  <a:lnTo>
                    <a:pt x="1270" y="3567430"/>
                  </a:lnTo>
                  <a:lnTo>
                    <a:pt x="41910" y="3567430"/>
                  </a:lnTo>
                  <a:lnTo>
                    <a:pt x="41910" y="3568700"/>
                  </a:lnTo>
                  <a:close/>
                  <a:moveTo>
                    <a:pt x="12700" y="3623310"/>
                  </a:moveTo>
                  <a:lnTo>
                    <a:pt x="12700" y="3599180"/>
                  </a:lnTo>
                  <a:lnTo>
                    <a:pt x="21590" y="3599180"/>
                  </a:lnTo>
                  <a:lnTo>
                    <a:pt x="54610" y="3620770"/>
                  </a:lnTo>
                  <a:lnTo>
                    <a:pt x="54610" y="3633470"/>
                  </a:lnTo>
                  <a:lnTo>
                    <a:pt x="21590" y="3633470"/>
                  </a:lnTo>
                  <a:lnTo>
                    <a:pt x="21590" y="3639820"/>
                  </a:lnTo>
                  <a:lnTo>
                    <a:pt x="12700" y="3639820"/>
                  </a:lnTo>
                  <a:lnTo>
                    <a:pt x="12700" y="3633470"/>
                  </a:lnTo>
                  <a:lnTo>
                    <a:pt x="1270" y="3633470"/>
                  </a:lnTo>
                  <a:lnTo>
                    <a:pt x="1270" y="3622040"/>
                  </a:lnTo>
                  <a:lnTo>
                    <a:pt x="12700" y="3623310"/>
                  </a:lnTo>
                  <a:lnTo>
                    <a:pt x="12700" y="3623310"/>
                  </a:lnTo>
                  <a:close/>
                  <a:moveTo>
                    <a:pt x="40640" y="3623310"/>
                  </a:moveTo>
                  <a:lnTo>
                    <a:pt x="40640" y="3623310"/>
                  </a:lnTo>
                  <a:lnTo>
                    <a:pt x="21590" y="3611880"/>
                  </a:lnTo>
                  <a:lnTo>
                    <a:pt x="21590" y="3624580"/>
                  </a:lnTo>
                  <a:lnTo>
                    <a:pt x="40640" y="3624580"/>
                  </a:lnTo>
                  <a:lnTo>
                    <a:pt x="40640" y="3623310"/>
                  </a:lnTo>
                  <a:close/>
                  <a:moveTo>
                    <a:pt x="30480" y="5085080"/>
                  </a:moveTo>
                  <a:lnTo>
                    <a:pt x="1270" y="5022850"/>
                  </a:lnTo>
                  <a:lnTo>
                    <a:pt x="6350" y="5020310"/>
                  </a:lnTo>
                  <a:lnTo>
                    <a:pt x="30480" y="5072380"/>
                  </a:lnTo>
                  <a:lnTo>
                    <a:pt x="53340" y="5020310"/>
                  </a:lnTo>
                  <a:lnTo>
                    <a:pt x="58420" y="5022850"/>
                  </a:lnTo>
                  <a:lnTo>
                    <a:pt x="30480" y="5085080"/>
                  </a:lnTo>
                  <a:close/>
                  <a:moveTo>
                    <a:pt x="26670" y="4939030"/>
                  </a:moveTo>
                  <a:lnTo>
                    <a:pt x="31750" y="4939030"/>
                  </a:lnTo>
                  <a:lnTo>
                    <a:pt x="31750" y="5078730"/>
                  </a:lnTo>
                  <a:lnTo>
                    <a:pt x="26670" y="5078730"/>
                  </a:lnTo>
                  <a:lnTo>
                    <a:pt x="26670" y="4939030"/>
                  </a:lnTo>
                  <a:close/>
                  <a:moveTo>
                    <a:pt x="41910" y="5185410"/>
                  </a:moveTo>
                  <a:lnTo>
                    <a:pt x="31750" y="5173980"/>
                  </a:lnTo>
                  <a:lnTo>
                    <a:pt x="39370" y="5167630"/>
                  </a:lnTo>
                  <a:lnTo>
                    <a:pt x="54610" y="5185410"/>
                  </a:lnTo>
                  <a:lnTo>
                    <a:pt x="54610" y="5195570"/>
                  </a:lnTo>
                  <a:lnTo>
                    <a:pt x="1270" y="5195570"/>
                  </a:lnTo>
                  <a:lnTo>
                    <a:pt x="1270" y="5184140"/>
                  </a:lnTo>
                  <a:lnTo>
                    <a:pt x="41910" y="5184140"/>
                  </a:lnTo>
                  <a:lnTo>
                    <a:pt x="41910" y="5185410"/>
                  </a:lnTo>
                  <a:close/>
                  <a:moveTo>
                    <a:pt x="12700" y="5240020"/>
                  </a:moveTo>
                  <a:lnTo>
                    <a:pt x="12700" y="5215890"/>
                  </a:lnTo>
                  <a:lnTo>
                    <a:pt x="21590" y="5215890"/>
                  </a:lnTo>
                  <a:lnTo>
                    <a:pt x="54610" y="5237480"/>
                  </a:lnTo>
                  <a:lnTo>
                    <a:pt x="54610" y="5250180"/>
                  </a:lnTo>
                  <a:lnTo>
                    <a:pt x="21590" y="5250180"/>
                  </a:lnTo>
                  <a:lnTo>
                    <a:pt x="21590" y="5256530"/>
                  </a:lnTo>
                  <a:lnTo>
                    <a:pt x="12700" y="5256530"/>
                  </a:lnTo>
                  <a:lnTo>
                    <a:pt x="12700" y="5250180"/>
                  </a:lnTo>
                  <a:lnTo>
                    <a:pt x="1270" y="5250180"/>
                  </a:lnTo>
                  <a:lnTo>
                    <a:pt x="1270" y="5238750"/>
                  </a:lnTo>
                  <a:lnTo>
                    <a:pt x="12700" y="5240020"/>
                  </a:lnTo>
                  <a:lnTo>
                    <a:pt x="12700" y="5240020"/>
                  </a:lnTo>
                  <a:close/>
                  <a:moveTo>
                    <a:pt x="40640" y="5240020"/>
                  </a:moveTo>
                  <a:lnTo>
                    <a:pt x="40640" y="5240020"/>
                  </a:lnTo>
                  <a:lnTo>
                    <a:pt x="21590" y="5227320"/>
                  </a:lnTo>
                  <a:lnTo>
                    <a:pt x="21590" y="5240020"/>
                  </a:lnTo>
                  <a:lnTo>
                    <a:pt x="40640" y="5240020"/>
                  </a:lnTo>
                  <a:close/>
                  <a:moveTo>
                    <a:pt x="54610" y="5317490"/>
                  </a:moveTo>
                  <a:lnTo>
                    <a:pt x="54610" y="5327650"/>
                  </a:lnTo>
                  <a:lnTo>
                    <a:pt x="1270" y="5351780"/>
                  </a:lnTo>
                  <a:lnTo>
                    <a:pt x="1270" y="5337810"/>
                  </a:lnTo>
                  <a:lnTo>
                    <a:pt x="12700" y="5332730"/>
                  </a:lnTo>
                  <a:lnTo>
                    <a:pt x="12700" y="5311140"/>
                  </a:lnTo>
                  <a:lnTo>
                    <a:pt x="1270" y="5306060"/>
                  </a:lnTo>
                  <a:lnTo>
                    <a:pt x="1270" y="5293360"/>
                  </a:lnTo>
                  <a:lnTo>
                    <a:pt x="54610" y="5317490"/>
                  </a:lnTo>
                  <a:close/>
                  <a:moveTo>
                    <a:pt x="39370" y="5322570"/>
                  </a:moveTo>
                  <a:lnTo>
                    <a:pt x="22860" y="5316220"/>
                  </a:lnTo>
                  <a:lnTo>
                    <a:pt x="22860" y="5328920"/>
                  </a:lnTo>
                  <a:lnTo>
                    <a:pt x="39370" y="5322570"/>
                  </a:lnTo>
                  <a:close/>
                </a:path>
              </a:pathLst>
            </a:custGeom>
            <a:solidFill>
              <a:srgbClr val="3DEDE8"/>
            </a:solidFill>
          </p:spPr>
        </p:sp>
      </p:grpSp>
      <p:grpSp>
        <p:nvGrpSpPr>
          <p:cNvPr id="23" name="Group 23"/>
          <p:cNvGrpSpPr>
            <a:grpSpLocks noChangeAspect="1"/>
          </p:cNvGrpSpPr>
          <p:nvPr/>
        </p:nvGrpSpPr>
        <p:grpSpPr>
          <a:xfrm>
            <a:off x="15283278" y="3488121"/>
            <a:ext cx="2716496" cy="5246370"/>
            <a:chOff x="0" y="0"/>
            <a:chExt cx="3290570" cy="6355080"/>
          </a:xfrm>
        </p:grpSpPr>
        <p:sp>
          <p:nvSpPr>
            <p:cNvPr id="24" name="Freeform 24"/>
            <p:cNvSpPr/>
            <p:nvPr/>
          </p:nvSpPr>
          <p:spPr>
            <a:xfrm>
              <a:off x="0" y="1270"/>
              <a:ext cx="3289300" cy="6353810"/>
            </a:xfrm>
            <a:custGeom>
              <a:avLst/>
              <a:gdLst/>
              <a:ahLst/>
              <a:cxnLst/>
              <a:rect l="l" t="t" r="r" b="b"/>
              <a:pathLst>
                <a:path w="3289300" h="6353810">
                  <a:moveTo>
                    <a:pt x="3289300" y="6353810"/>
                  </a:moveTo>
                  <a:lnTo>
                    <a:pt x="0" y="6353810"/>
                  </a:lnTo>
                  <a:lnTo>
                    <a:pt x="0" y="0"/>
                  </a:lnTo>
                  <a:lnTo>
                    <a:pt x="3289300" y="0"/>
                  </a:lnTo>
                  <a:lnTo>
                    <a:pt x="3289300" y="6353810"/>
                  </a:lnTo>
                  <a:close/>
                </a:path>
              </a:pathLst>
            </a:custGeom>
            <a:solidFill>
              <a:srgbClr val="29696D"/>
            </a:solidFill>
          </p:spPr>
        </p:sp>
        <p:sp>
          <p:nvSpPr>
            <p:cNvPr id="25" name="Freeform 25"/>
            <p:cNvSpPr/>
            <p:nvPr/>
          </p:nvSpPr>
          <p:spPr>
            <a:xfrm>
              <a:off x="179070" y="3233420"/>
              <a:ext cx="2928620" cy="2940050"/>
            </a:xfrm>
            <a:custGeom>
              <a:avLst/>
              <a:gdLst/>
              <a:ahLst/>
              <a:cxnLst/>
              <a:rect l="l" t="t" r="r" b="b"/>
              <a:pathLst>
                <a:path w="2928620" h="2940050">
                  <a:moveTo>
                    <a:pt x="2928620" y="2940050"/>
                  </a:moveTo>
                  <a:lnTo>
                    <a:pt x="0" y="2940050"/>
                  </a:lnTo>
                  <a:lnTo>
                    <a:pt x="0" y="0"/>
                  </a:lnTo>
                  <a:lnTo>
                    <a:pt x="2928620" y="0"/>
                  </a:lnTo>
                  <a:lnTo>
                    <a:pt x="2928620" y="2940050"/>
                  </a:lnTo>
                  <a:lnTo>
                    <a:pt x="2928620" y="2940050"/>
                  </a:lnTo>
                  <a:close/>
                </a:path>
              </a:pathLst>
            </a:custGeom>
            <a:blipFill>
              <a:blip r:embed="rId14"/>
              <a:stretch>
                <a:fillRect l="-195" r="-195"/>
              </a:stretch>
            </a:blipFill>
          </p:spPr>
        </p:sp>
        <p:sp>
          <p:nvSpPr>
            <p:cNvPr id="26" name="Freeform 26"/>
            <p:cNvSpPr/>
            <p:nvPr/>
          </p:nvSpPr>
          <p:spPr>
            <a:xfrm>
              <a:off x="181610" y="180340"/>
              <a:ext cx="2928620" cy="2940050"/>
            </a:xfrm>
            <a:custGeom>
              <a:avLst/>
              <a:gdLst/>
              <a:ahLst/>
              <a:cxnLst/>
              <a:rect l="l" t="t" r="r" b="b"/>
              <a:pathLst>
                <a:path w="2928620" h="2940050">
                  <a:moveTo>
                    <a:pt x="2928620" y="2940050"/>
                  </a:moveTo>
                  <a:lnTo>
                    <a:pt x="0" y="2940050"/>
                  </a:lnTo>
                  <a:lnTo>
                    <a:pt x="0" y="0"/>
                  </a:lnTo>
                  <a:lnTo>
                    <a:pt x="2928620" y="0"/>
                  </a:lnTo>
                  <a:lnTo>
                    <a:pt x="2928620" y="2940050"/>
                  </a:lnTo>
                  <a:lnTo>
                    <a:pt x="2928620" y="2940050"/>
                  </a:lnTo>
                  <a:close/>
                </a:path>
              </a:pathLst>
            </a:custGeom>
            <a:blipFill>
              <a:blip r:embed="rId15"/>
              <a:stretch>
                <a:fillRect l="-22058" r="-26085"/>
              </a:stretch>
            </a:blipFill>
          </p:spPr>
        </p:sp>
        <p:sp>
          <p:nvSpPr>
            <p:cNvPr id="27" name="Freeform 27"/>
            <p:cNvSpPr/>
            <p:nvPr/>
          </p:nvSpPr>
          <p:spPr>
            <a:xfrm>
              <a:off x="54610" y="439420"/>
              <a:ext cx="3173730" cy="5429250"/>
            </a:xfrm>
            <a:custGeom>
              <a:avLst/>
              <a:gdLst/>
              <a:ahLst/>
              <a:cxnLst/>
              <a:rect l="l" t="t" r="r" b="b"/>
              <a:pathLst>
                <a:path w="3173730" h="5429250">
                  <a:moveTo>
                    <a:pt x="3117850" y="751840"/>
                  </a:moveTo>
                  <a:lnTo>
                    <a:pt x="3117850" y="716280"/>
                  </a:lnTo>
                  <a:lnTo>
                    <a:pt x="3129280" y="716280"/>
                  </a:lnTo>
                  <a:lnTo>
                    <a:pt x="3129280" y="740410"/>
                  </a:lnTo>
                  <a:lnTo>
                    <a:pt x="3140710" y="740410"/>
                  </a:lnTo>
                  <a:lnTo>
                    <a:pt x="3140710" y="717550"/>
                  </a:lnTo>
                  <a:lnTo>
                    <a:pt x="3152140" y="717550"/>
                  </a:lnTo>
                  <a:lnTo>
                    <a:pt x="3152140" y="740410"/>
                  </a:lnTo>
                  <a:lnTo>
                    <a:pt x="3173730" y="740410"/>
                  </a:lnTo>
                  <a:lnTo>
                    <a:pt x="3173730" y="751840"/>
                  </a:lnTo>
                  <a:lnTo>
                    <a:pt x="3117850" y="751840"/>
                  </a:lnTo>
                  <a:close/>
                  <a:moveTo>
                    <a:pt x="3117850" y="702310"/>
                  </a:moveTo>
                  <a:lnTo>
                    <a:pt x="3117850" y="690880"/>
                  </a:lnTo>
                  <a:lnTo>
                    <a:pt x="3171190" y="690880"/>
                  </a:lnTo>
                  <a:lnTo>
                    <a:pt x="3171190" y="702310"/>
                  </a:lnTo>
                  <a:lnTo>
                    <a:pt x="3117850" y="702310"/>
                  </a:lnTo>
                  <a:close/>
                  <a:moveTo>
                    <a:pt x="3117850" y="674370"/>
                  </a:moveTo>
                  <a:lnTo>
                    <a:pt x="3117850" y="662940"/>
                  </a:lnTo>
                  <a:lnTo>
                    <a:pt x="3161030" y="662940"/>
                  </a:lnTo>
                  <a:lnTo>
                    <a:pt x="3161030" y="640080"/>
                  </a:lnTo>
                  <a:lnTo>
                    <a:pt x="3172460" y="640080"/>
                  </a:lnTo>
                  <a:lnTo>
                    <a:pt x="3172460" y="674370"/>
                  </a:lnTo>
                  <a:lnTo>
                    <a:pt x="3117850" y="674370"/>
                  </a:lnTo>
                  <a:close/>
                  <a:moveTo>
                    <a:pt x="3117850" y="628650"/>
                  </a:moveTo>
                  <a:lnTo>
                    <a:pt x="3117850" y="610870"/>
                  </a:lnTo>
                  <a:lnTo>
                    <a:pt x="3153410" y="598170"/>
                  </a:lnTo>
                  <a:lnTo>
                    <a:pt x="3153410" y="598170"/>
                  </a:lnTo>
                  <a:lnTo>
                    <a:pt x="3117850" y="585470"/>
                  </a:lnTo>
                  <a:lnTo>
                    <a:pt x="3117850" y="567690"/>
                  </a:lnTo>
                  <a:lnTo>
                    <a:pt x="3171190" y="567690"/>
                  </a:lnTo>
                  <a:lnTo>
                    <a:pt x="3171190" y="579120"/>
                  </a:lnTo>
                  <a:lnTo>
                    <a:pt x="3129280" y="579120"/>
                  </a:lnTo>
                  <a:lnTo>
                    <a:pt x="3129280" y="579120"/>
                  </a:lnTo>
                  <a:lnTo>
                    <a:pt x="3171190" y="593090"/>
                  </a:lnTo>
                  <a:lnTo>
                    <a:pt x="3171190" y="601980"/>
                  </a:lnTo>
                  <a:lnTo>
                    <a:pt x="3129280" y="615950"/>
                  </a:lnTo>
                  <a:lnTo>
                    <a:pt x="3129280" y="615950"/>
                  </a:lnTo>
                  <a:lnTo>
                    <a:pt x="3171190" y="615950"/>
                  </a:lnTo>
                  <a:lnTo>
                    <a:pt x="3171190" y="627380"/>
                  </a:lnTo>
                  <a:lnTo>
                    <a:pt x="3117850" y="628650"/>
                  </a:lnTo>
                  <a:lnTo>
                    <a:pt x="3117850" y="628650"/>
                  </a:lnTo>
                  <a:close/>
                  <a:moveTo>
                    <a:pt x="3117850" y="523240"/>
                  </a:moveTo>
                  <a:lnTo>
                    <a:pt x="3117850" y="506730"/>
                  </a:lnTo>
                  <a:lnTo>
                    <a:pt x="3155950" y="483870"/>
                  </a:lnTo>
                  <a:lnTo>
                    <a:pt x="3155950" y="483870"/>
                  </a:lnTo>
                  <a:lnTo>
                    <a:pt x="3117850" y="483870"/>
                  </a:lnTo>
                  <a:lnTo>
                    <a:pt x="3117850" y="472440"/>
                  </a:lnTo>
                  <a:lnTo>
                    <a:pt x="3171190" y="472440"/>
                  </a:lnTo>
                  <a:lnTo>
                    <a:pt x="3171190" y="487680"/>
                  </a:lnTo>
                  <a:lnTo>
                    <a:pt x="3133090" y="511810"/>
                  </a:lnTo>
                  <a:lnTo>
                    <a:pt x="3133090" y="511810"/>
                  </a:lnTo>
                  <a:lnTo>
                    <a:pt x="3171190" y="511810"/>
                  </a:lnTo>
                  <a:lnTo>
                    <a:pt x="3171190" y="523240"/>
                  </a:lnTo>
                  <a:lnTo>
                    <a:pt x="3117850" y="523240"/>
                  </a:lnTo>
                  <a:close/>
                  <a:moveTo>
                    <a:pt x="3117850" y="454660"/>
                  </a:moveTo>
                  <a:lnTo>
                    <a:pt x="3117850" y="417830"/>
                  </a:lnTo>
                  <a:lnTo>
                    <a:pt x="3129280" y="417830"/>
                  </a:lnTo>
                  <a:lnTo>
                    <a:pt x="3129280" y="443230"/>
                  </a:lnTo>
                  <a:lnTo>
                    <a:pt x="3139440" y="443230"/>
                  </a:lnTo>
                  <a:lnTo>
                    <a:pt x="3139440" y="420370"/>
                  </a:lnTo>
                  <a:lnTo>
                    <a:pt x="3150870" y="420370"/>
                  </a:lnTo>
                  <a:lnTo>
                    <a:pt x="3150870" y="443230"/>
                  </a:lnTo>
                  <a:lnTo>
                    <a:pt x="3162300" y="443230"/>
                  </a:lnTo>
                  <a:lnTo>
                    <a:pt x="3162300" y="416560"/>
                  </a:lnTo>
                  <a:lnTo>
                    <a:pt x="3173730" y="416560"/>
                  </a:lnTo>
                  <a:lnTo>
                    <a:pt x="3173730" y="454660"/>
                  </a:lnTo>
                  <a:lnTo>
                    <a:pt x="3117850" y="454660"/>
                  </a:lnTo>
                  <a:close/>
                  <a:moveTo>
                    <a:pt x="3167380" y="353060"/>
                  </a:moveTo>
                  <a:cubicBezTo>
                    <a:pt x="3168650" y="356870"/>
                    <a:pt x="3169920" y="360680"/>
                    <a:pt x="3171190" y="364490"/>
                  </a:cubicBezTo>
                  <a:cubicBezTo>
                    <a:pt x="3172460" y="368300"/>
                    <a:pt x="3172460" y="372110"/>
                    <a:pt x="3172460" y="375920"/>
                  </a:cubicBezTo>
                  <a:cubicBezTo>
                    <a:pt x="3172460" y="379730"/>
                    <a:pt x="3171190" y="383540"/>
                    <a:pt x="3169920" y="387350"/>
                  </a:cubicBezTo>
                  <a:cubicBezTo>
                    <a:pt x="3168650" y="391160"/>
                    <a:pt x="3166110" y="393700"/>
                    <a:pt x="3164840" y="396240"/>
                  </a:cubicBezTo>
                  <a:cubicBezTo>
                    <a:pt x="3163570" y="398780"/>
                    <a:pt x="3159760" y="401320"/>
                    <a:pt x="3155950" y="402590"/>
                  </a:cubicBezTo>
                  <a:cubicBezTo>
                    <a:pt x="3152140" y="403860"/>
                    <a:pt x="3148330" y="405130"/>
                    <a:pt x="3144520" y="405130"/>
                  </a:cubicBezTo>
                  <a:cubicBezTo>
                    <a:pt x="3140710" y="405130"/>
                    <a:pt x="3136900" y="403860"/>
                    <a:pt x="3133090" y="402590"/>
                  </a:cubicBezTo>
                  <a:cubicBezTo>
                    <a:pt x="3129280" y="401320"/>
                    <a:pt x="3126740" y="398780"/>
                    <a:pt x="3124200" y="396240"/>
                  </a:cubicBezTo>
                  <a:cubicBezTo>
                    <a:pt x="3121660" y="393700"/>
                    <a:pt x="3120390" y="391160"/>
                    <a:pt x="3119121" y="387350"/>
                  </a:cubicBezTo>
                  <a:cubicBezTo>
                    <a:pt x="3117850" y="383540"/>
                    <a:pt x="3116581" y="379730"/>
                    <a:pt x="3116581" y="375920"/>
                  </a:cubicBezTo>
                  <a:cubicBezTo>
                    <a:pt x="3116581" y="372110"/>
                    <a:pt x="3116581" y="367030"/>
                    <a:pt x="3117851" y="364490"/>
                  </a:cubicBezTo>
                  <a:cubicBezTo>
                    <a:pt x="3119121" y="360680"/>
                    <a:pt x="3120391" y="358140"/>
                    <a:pt x="3122931" y="354330"/>
                  </a:cubicBezTo>
                  <a:lnTo>
                    <a:pt x="3131821" y="363220"/>
                  </a:lnTo>
                  <a:cubicBezTo>
                    <a:pt x="3130550" y="364490"/>
                    <a:pt x="3129281" y="367030"/>
                    <a:pt x="3128010" y="368300"/>
                  </a:cubicBezTo>
                  <a:cubicBezTo>
                    <a:pt x="3126740" y="370840"/>
                    <a:pt x="3126740" y="373380"/>
                    <a:pt x="3126740" y="375920"/>
                  </a:cubicBezTo>
                  <a:cubicBezTo>
                    <a:pt x="3126740" y="378460"/>
                    <a:pt x="3126740" y="381000"/>
                    <a:pt x="3128010" y="382270"/>
                  </a:cubicBezTo>
                  <a:cubicBezTo>
                    <a:pt x="3129281" y="384810"/>
                    <a:pt x="3130550" y="386080"/>
                    <a:pt x="3131821" y="387350"/>
                  </a:cubicBezTo>
                  <a:cubicBezTo>
                    <a:pt x="3133091" y="388620"/>
                    <a:pt x="3135631" y="389890"/>
                    <a:pt x="3136900" y="391160"/>
                  </a:cubicBezTo>
                  <a:cubicBezTo>
                    <a:pt x="3138170" y="392430"/>
                    <a:pt x="3140710" y="392430"/>
                    <a:pt x="3143250" y="392430"/>
                  </a:cubicBezTo>
                  <a:cubicBezTo>
                    <a:pt x="3145790" y="392430"/>
                    <a:pt x="3148330" y="392430"/>
                    <a:pt x="3149600" y="391160"/>
                  </a:cubicBezTo>
                  <a:cubicBezTo>
                    <a:pt x="3150871" y="389890"/>
                    <a:pt x="3153410" y="388620"/>
                    <a:pt x="3154680" y="387350"/>
                  </a:cubicBezTo>
                  <a:cubicBezTo>
                    <a:pt x="3155950" y="386080"/>
                    <a:pt x="3157220" y="383540"/>
                    <a:pt x="3158490" y="382270"/>
                  </a:cubicBezTo>
                  <a:cubicBezTo>
                    <a:pt x="3159760" y="379730"/>
                    <a:pt x="3159760" y="378460"/>
                    <a:pt x="3159760" y="375920"/>
                  </a:cubicBezTo>
                  <a:cubicBezTo>
                    <a:pt x="3159760" y="373380"/>
                    <a:pt x="3159760" y="370840"/>
                    <a:pt x="3158490" y="369570"/>
                  </a:cubicBezTo>
                  <a:cubicBezTo>
                    <a:pt x="3157220" y="368300"/>
                    <a:pt x="3157220" y="365760"/>
                    <a:pt x="3157220" y="364490"/>
                  </a:cubicBezTo>
                  <a:lnTo>
                    <a:pt x="3148330" y="364490"/>
                  </a:lnTo>
                  <a:lnTo>
                    <a:pt x="3148330" y="374650"/>
                  </a:lnTo>
                  <a:lnTo>
                    <a:pt x="3136900" y="374650"/>
                  </a:lnTo>
                  <a:lnTo>
                    <a:pt x="3136900" y="353060"/>
                  </a:lnTo>
                  <a:cubicBezTo>
                    <a:pt x="3136900" y="353060"/>
                    <a:pt x="3167380" y="353060"/>
                    <a:pt x="3167380" y="353060"/>
                  </a:cubicBezTo>
                  <a:close/>
                  <a:moveTo>
                    <a:pt x="3117850" y="325120"/>
                  </a:moveTo>
                  <a:lnTo>
                    <a:pt x="3117850" y="314960"/>
                  </a:lnTo>
                  <a:lnTo>
                    <a:pt x="3171190" y="292100"/>
                  </a:lnTo>
                  <a:lnTo>
                    <a:pt x="3171190" y="306070"/>
                  </a:lnTo>
                  <a:lnTo>
                    <a:pt x="3159760" y="311150"/>
                  </a:lnTo>
                  <a:lnTo>
                    <a:pt x="3159760" y="331470"/>
                  </a:lnTo>
                  <a:lnTo>
                    <a:pt x="3171190" y="335280"/>
                  </a:lnTo>
                  <a:lnTo>
                    <a:pt x="3171190" y="347980"/>
                  </a:lnTo>
                  <a:lnTo>
                    <a:pt x="3117850" y="325120"/>
                  </a:lnTo>
                  <a:close/>
                  <a:moveTo>
                    <a:pt x="3133090" y="320040"/>
                  </a:moveTo>
                  <a:lnTo>
                    <a:pt x="3149600" y="326390"/>
                  </a:lnTo>
                  <a:lnTo>
                    <a:pt x="3149600" y="313690"/>
                  </a:lnTo>
                  <a:lnTo>
                    <a:pt x="3133090" y="320040"/>
                  </a:lnTo>
                  <a:close/>
                  <a:moveTo>
                    <a:pt x="3128010" y="278130"/>
                  </a:moveTo>
                  <a:lnTo>
                    <a:pt x="3128010" y="293370"/>
                  </a:lnTo>
                  <a:lnTo>
                    <a:pt x="3117850" y="293370"/>
                  </a:lnTo>
                  <a:lnTo>
                    <a:pt x="3117850" y="250190"/>
                  </a:lnTo>
                  <a:lnTo>
                    <a:pt x="3128010" y="250190"/>
                  </a:lnTo>
                  <a:lnTo>
                    <a:pt x="3128010" y="265430"/>
                  </a:lnTo>
                  <a:lnTo>
                    <a:pt x="3171190" y="265430"/>
                  </a:lnTo>
                  <a:lnTo>
                    <a:pt x="3171190" y="276860"/>
                  </a:lnTo>
                  <a:lnTo>
                    <a:pt x="3128010" y="278130"/>
                  </a:lnTo>
                  <a:lnTo>
                    <a:pt x="3128010" y="278130"/>
                  </a:lnTo>
                  <a:close/>
                  <a:moveTo>
                    <a:pt x="3117850" y="240030"/>
                  </a:moveTo>
                  <a:lnTo>
                    <a:pt x="3117850" y="228600"/>
                  </a:lnTo>
                  <a:lnTo>
                    <a:pt x="3171190" y="228600"/>
                  </a:lnTo>
                  <a:lnTo>
                    <a:pt x="3171190" y="240030"/>
                  </a:lnTo>
                  <a:lnTo>
                    <a:pt x="3117850" y="240030"/>
                  </a:lnTo>
                  <a:close/>
                  <a:moveTo>
                    <a:pt x="3117850" y="217170"/>
                  </a:moveTo>
                  <a:lnTo>
                    <a:pt x="3117850" y="203200"/>
                  </a:lnTo>
                  <a:lnTo>
                    <a:pt x="3153410" y="190500"/>
                  </a:lnTo>
                  <a:lnTo>
                    <a:pt x="3153410" y="190500"/>
                  </a:lnTo>
                  <a:lnTo>
                    <a:pt x="3117850" y="176530"/>
                  </a:lnTo>
                  <a:lnTo>
                    <a:pt x="3117850" y="163830"/>
                  </a:lnTo>
                  <a:lnTo>
                    <a:pt x="3171190" y="186690"/>
                  </a:lnTo>
                  <a:lnTo>
                    <a:pt x="3171190" y="195580"/>
                  </a:lnTo>
                  <a:lnTo>
                    <a:pt x="3117850" y="217170"/>
                  </a:lnTo>
                  <a:close/>
                  <a:moveTo>
                    <a:pt x="3117850" y="152400"/>
                  </a:moveTo>
                  <a:lnTo>
                    <a:pt x="3117850" y="115570"/>
                  </a:lnTo>
                  <a:lnTo>
                    <a:pt x="3129280" y="115570"/>
                  </a:lnTo>
                  <a:lnTo>
                    <a:pt x="3129280" y="140970"/>
                  </a:lnTo>
                  <a:lnTo>
                    <a:pt x="3139440" y="140970"/>
                  </a:lnTo>
                  <a:lnTo>
                    <a:pt x="3139440" y="118110"/>
                  </a:lnTo>
                  <a:lnTo>
                    <a:pt x="3150870" y="118110"/>
                  </a:lnTo>
                  <a:lnTo>
                    <a:pt x="3150870" y="140970"/>
                  </a:lnTo>
                  <a:lnTo>
                    <a:pt x="3162300" y="140970"/>
                  </a:lnTo>
                  <a:lnTo>
                    <a:pt x="3162300" y="114300"/>
                  </a:lnTo>
                  <a:lnTo>
                    <a:pt x="3173730" y="114300"/>
                  </a:lnTo>
                  <a:lnTo>
                    <a:pt x="3173730" y="152400"/>
                  </a:lnTo>
                  <a:lnTo>
                    <a:pt x="3117850" y="152400"/>
                  </a:lnTo>
                  <a:close/>
                  <a:moveTo>
                    <a:pt x="3117850" y="3089910"/>
                  </a:moveTo>
                  <a:lnTo>
                    <a:pt x="3117850" y="3053080"/>
                  </a:lnTo>
                  <a:lnTo>
                    <a:pt x="3129280" y="3053080"/>
                  </a:lnTo>
                  <a:lnTo>
                    <a:pt x="3129280" y="3077210"/>
                  </a:lnTo>
                  <a:lnTo>
                    <a:pt x="3140710" y="3077210"/>
                  </a:lnTo>
                  <a:lnTo>
                    <a:pt x="3140710" y="3054350"/>
                  </a:lnTo>
                  <a:lnTo>
                    <a:pt x="3152140" y="3054350"/>
                  </a:lnTo>
                  <a:lnTo>
                    <a:pt x="3152140" y="3077210"/>
                  </a:lnTo>
                  <a:lnTo>
                    <a:pt x="3173730" y="3077210"/>
                  </a:lnTo>
                  <a:lnTo>
                    <a:pt x="3173730" y="3088640"/>
                  </a:lnTo>
                  <a:lnTo>
                    <a:pt x="3117850" y="3088640"/>
                  </a:lnTo>
                  <a:lnTo>
                    <a:pt x="3117850" y="3089910"/>
                  </a:lnTo>
                  <a:close/>
                  <a:moveTo>
                    <a:pt x="3117850" y="3040380"/>
                  </a:moveTo>
                  <a:lnTo>
                    <a:pt x="3117850" y="3028950"/>
                  </a:lnTo>
                  <a:lnTo>
                    <a:pt x="3171190" y="3028950"/>
                  </a:lnTo>
                  <a:lnTo>
                    <a:pt x="3171190" y="3040380"/>
                  </a:lnTo>
                  <a:lnTo>
                    <a:pt x="3117850" y="3040380"/>
                  </a:lnTo>
                  <a:close/>
                  <a:moveTo>
                    <a:pt x="3117850" y="3012440"/>
                  </a:moveTo>
                  <a:lnTo>
                    <a:pt x="3117850" y="3001010"/>
                  </a:lnTo>
                  <a:lnTo>
                    <a:pt x="3161030" y="3001010"/>
                  </a:lnTo>
                  <a:lnTo>
                    <a:pt x="3161030" y="2979420"/>
                  </a:lnTo>
                  <a:lnTo>
                    <a:pt x="3172460" y="2979420"/>
                  </a:lnTo>
                  <a:lnTo>
                    <a:pt x="3172460" y="3013710"/>
                  </a:lnTo>
                  <a:lnTo>
                    <a:pt x="3117850" y="3013710"/>
                  </a:lnTo>
                  <a:lnTo>
                    <a:pt x="3117850" y="3012440"/>
                  </a:lnTo>
                  <a:close/>
                  <a:moveTo>
                    <a:pt x="3117850" y="2966720"/>
                  </a:moveTo>
                  <a:lnTo>
                    <a:pt x="3117850" y="2948940"/>
                  </a:lnTo>
                  <a:lnTo>
                    <a:pt x="3153410" y="2936240"/>
                  </a:lnTo>
                  <a:lnTo>
                    <a:pt x="3153410" y="2936240"/>
                  </a:lnTo>
                  <a:lnTo>
                    <a:pt x="3117850" y="2923540"/>
                  </a:lnTo>
                  <a:lnTo>
                    <a:pt x="3117850" y="2905760"/>
                  </a:lnTo>
                  <a:lnTo>
                    <a:pt x="3171190" y="2905760"/>
                  </a:lnTo>
                  <a:lnTo>
                    <a:pt x="3171190" y="2917190"/>
                  </a:lnTo>
                  <a:lnTo>
                    <a:pt x="3129280" y="2917190"/>
                  </a:lnTo>
                  <a:lnTo>
                    <a:pt x="3129280" y="2917190"/>
                  </a:lnTo>
                  <a:lnTo>
                    <a:pt x="3171190" y="2931160"/>
                  </a:lnTo>
                  <a:lnTo>
                    <a:pt x="3171190" y="2940050"/>
                  </a:lnTo>
                  <a:lnTo>
                    <a:pt x="3129280" y="2954021"/>
                  </a:lnTo>
                  <a:lnTo>
                    <a:pt x="3129280" y="2954021"/>
                  </a:lnTo>
                  <a:lnTo>
                    <a:pt x="3171190" y="2954021"/>
                  </a:lnTo>
                  <a:lnTo>
                    <a:pt x="3171190" y="2965450"/>
                  </a:lnTo>
                  <a:lnTo>
                    <a:pt x="3117850" y="2966720"/>
                  </a:lnTo>
                  <a:lnTo>
                    <a:pt x="3117850" y="2966720"/>
                  </a:lnTo>
                  <a:close/>
                  <a:moveTo>
                    <a:pt x="3117850" y="2861310"/>
                  </a:moveTo>
                  <a:lnTo>
                    <a:pt x="3117850" y="2844800"/>
                  </a:lnTo>
                  <a:lnTo>
                    <a:pt x="3155950" y="2821940"/>
                  </a:lnTo>
                  <a:lnTo>
                    <a:pt x="3155950" y="2821940"/>
                  </a:lnTo>
                  <a:lnTo>
                    <a:pt x="3117850" y="2821940"/>
                  </a:lnTo>
                  <a:lnTo>
                    <a:pt x="3117850" y="2810510"/>
                  </a:lnTo>
                  <a:lnTo>
                    <a:pt x="3171190" y="2810510"/>
                  </a:lnTo>
                  <a:lnTo>
                    <a:pt x="3171190" y="2825750"/>
                  </a:lnTo>
                  <a:lnTo>
                    <a:pt x="3133090" y="2849880"/>
                  </a:lnTo>
                  <a:lnTo>
                    <a:pt x="3133090" y="2849880"/>
                  </a:lnTo>
                  <a:lnTo>
                    <a:pt x="3171190" y="2849880"/>
                  </a:lnTo>
                  <a:lnTo>
                    <a:pt x="3171190" y="2861310"/>
                  </a:lnTo>
                  <a:lnTo>
                    <a:pt x="3117850" y="2861310"/>
                  </a:lnTo>
                  <a:lnTo>
                    <a:pt x="3117850" y="2861310"/>
                  </a:lnTo>
                  <a:close/>
                  <a:moveTo>
                    <a:pt x="3117850" y="2792730"/>
                  </a:moveTo>
                  <a:lnTo>
                    <a:pt x="3117850" y="2755900"/>
                  </a:lnTo>
                  <a:lnTo>
                    <a:pt x="3129280" y="2755900"/>
                  </a:lnTo>
                  <a:lnTo>
                    <a:pt x="3129280" y="2781300"/>
                  </a:lnTo>
                  <a:lnTo>
                    <a:pt x="3139440" y="2781300"/>
                  </a:lnTo>
                  <a:lnTo>
                    <a:pt x="3139440" y="2758440"/>
                  </a:lnTo>
                  <a:lnTo>
                    <a:pt x="3150870" y="2758440"/>
                  </a:lnTo>
                  <a:lnTo>
                    <a:pt x="3150870" y="2781300"/>
                  </a:lnTo>
                  <a:lnTo>
                    <a:pt x="3162300" y="2781300"/>
                  </a:lnTo>
                  <a:lnTo>
                    <a:pt x="3162300" y="2754630"/>
                  </a:lnTo>
                  <a:lnTo>
                    <a:pt x="3173730" y="2754630"/>
                  </a:lnTo>
                  <a:lnTo>
                    <a:pt x="3173730" y="2792730"/>
                  </a:lnTo>
                  <a:lnTo>
                    <a:pt x="3117850" y="2792730"/>
                  </a:lnTo>
                  <a:close/>
                  <a:moveTo>
                    <a:pt x="3167380" y="2691130"/>
                  </a:moveTo>
                  <a:cubicBezTo>
                    <a:pt x="3168650" y="2694940"/>
                    <a:pt x="3169920" y="2698750"/>
                    <a:pt x="3171190" y="2702560"/>
                  </a:cubicBezTo>
                  <a:cubicBezTo>
                    <a:pt x="3172460" y="2706370"/>
                    <a:pt x="3172460" y="2710180"/>
                    <a:pt x="3172460" y="2713990"/>
                  </a:cubicBezTo>
                  <a:cubicBezTo>
                    <a:pt x="3172460" y="2717800"/>
                    <a:pt x="3171190" y="2721610"/>
                    <a:pt x="3169920" y="2725420"/>
                  </a:cubicBezTo>
                  <a:cubicBezTo>
                    <a:pt x="3168650" y="2729230"/>
                    <a:pt x="3166110" y="2731770"/>
                    <a:pt x="3164840" y="2734310"/>
                  </a:cubicBezTo>
                  <a:cubicBezTo>
                    <a:pt x="3163570" y="2736850"/>
                    <a:pt x="3159760" y="2739390"/>
                    <a:pt x="3155950" y="2740660"/>
                  </a:cubicBezTo>
                  <a:cubicBezTo>
                    <a:pt x="3152140" y="2741930"/>
                    <a:pt x="3148330" y="2743200"/>
                    <a:pt x="3144520" y="2743200"/>
                  </a:cubicBezTo>
                  <a:cubicBezTo>
                    <a:pt x="3140710" y="2743200"/>
                    <a:pt x="3136900" y="2741930"/>
                    <a:pt x="3133090" y="2740660"/>
                  </a:cubicBezTo>
                  <a:cubicBezTo>
                    <a:pt x="3129280" y="2739390"/>
                    <a:pt x="3126740" y="2736850"/>
                    <a:pt x="3124200" y="2734310"/>
                  </a:cubicBezTo>
                  <a:cubicBezTo>
                    <a:pt x="3121660" y="2731770"/>
                    <a:pt x="3120390" y="2729230"/>
                    <a:pt x="3119121" y="2725420"/>
                  </a:cubicBezTo>
                  <a:cubicBezTo>
                    <a:pt x="3117850" y="2721610"/>
                    <a:pt x="3116581" y="2717800"/>
                    <a:pt x="3116581" y="2713990"/>
                  </a:cubicBezTo>
                  <a:cubicBezTo>
                    <a:pt x="3116581" y="2710180"/>
                    <a:pt x="3116581" y="2705100"/>
                    <a:pt x="3117851" y="2702560"/>
                  </a:cubicBezTo>
                  <a:cubicBezTo>
                    <a:pt x="3119121" y="2698750"/>
                    <a:pt x="3120391" y="2696210"/>
                    <a:pt x="3122931" y="2692400"/>
                  </a:cubicBezTo>
                  <a:lnTo>
                    <a:pt x="3131821" y="2701290"/>
                  </a:lnTo>
                  <a:cubicBezTo>
                    <a:pt x="3130550" y="2702560"/>
                    <a:pt x="3129281" y="2705100"/>
                    <a:pt x="3128010" y="2706370"/>
                  </a:cubicBezTo>
                  <a:cubicBezTo>
                    <a:pt x="3126740" y="2708910"/>
                    <a:pt x="3126740" y="2711450"/>
                    <a:pt x="3126740" y="2713990"/>
                  </a:cubicBezTo>
                  <a:cubicBezTo>
                    <a:pt x="3126740" y="2716530"/>
                    <a:pt x="3126740" y="2719070"/>
                    <a:pt x="3128010" y="2720340"/>
                  </a:cubicBezTo>
                  <a:cubicBezTo>
                    <a:pt x="3129281" y="2722880"/>
                    <a:pt x="3130550" y="2724150"/>
                    <a:pt x="3131821" y="2725420"/>
                  </a:cubicBezTo>
                  <a:cubicBezTo>
                    <a:pt x="3133091" y="2726690"/>
                    <a:pt x="3135631" y="2727960"/>
                    <a:pt x="3136900" y="2729230"/>
                  </a:cubicBezTo>
                  <a:cubicBezTo>
                    <a:pt x="3138170" y="2730500"/>
                    <a:pt x="3140710" y="2730500"/>
                    <a:pt x="3143250" y="2730500"/>
                  </a:cubicBezTo>
                  <a:cubicBezTo>
                    <a:pt x="3145790" y="2730500"/>
                    <a:pt x="3148330" y="2730500"/>
                    <a:pt x="3149600" y="2729230"/>
                  </a:cubicBezTo>
                  <a:cubicBezTo>
                    <a:pt x="3150871" y="2727960"/>
                    <a:pt x="3153410" y="2726690"/>
                    <a:pt x="3154680" y="2725420"/>
                  </a:cubicBezTo>
                  <a:cubicBezTo>
                    <a:pt x="3155950" y="2724150"/>
                    <a:pt x="3157220" y="2721610"/>
                    <a:pt x="3158490" y="2720340"/>
                  </a:cubicBezTo>
                  <a:cubicBezTo>
                    <a:pt x="3159760" y="2717800"/>
                    <a:pt x="3159760" y="2716530"/>
                    <a:pt x="3159760" y="2713990"/>
                  </a:cubicBezTo>
                  <a:cubicBezTo>
                    <a:pt x="3159760" y="2711450"/>
                    <a:pt x="3159760" y="2708910"/>
                    <a:pt x="3158490" y="2707640"/>
                  </a:cubicBezTo>
                  <a:cubicBezTo>
                    <a:pt x="3157220" y="2706370"/>
                    <a:pt x="3157220" y="2703830"/>
                    <a:pt x="3157220" y="2702560"/>
                  </a:cubicBezTo>
                  <a:lnTo>
                    <a:pt x="3148330" y="2702560"/>
                  </a:lnTo>
                  <a:lnTo>
                    <a:pt x="3148330" y="2712720"/>
                  </a:lnTo>
                  <a:lnTo>
                    <a:pt x="3136900" y="2712720"/>
                  </a:lnTo>
                  <a:lnTo>
                    <a:pt x="3136900" y="2691130"/>
                  </a:lnTo>
                  <a:lnTo>
                    <a:pt x="3167380" y="2691130"/>
                  </a:lnTo>
                  <a:close/>
                  <a:moveTo>
                    <a:pt x="3117850" y="2663190"/>
                  </a:moveTo>
                  <a:lnTo>
                    <a:pt x="3117850" y="2653030"/>
                  </a:lnTo>
                  <a:lnTo>
                    <a:pt x="3171190" y="2630170"/>
                  </a:lnTo>
                  <a:lnTo>
                    <a:pt x="3171190" y="2644140"/>
                  </a:lnTo>
                  <a:lnTo>
                    <a:pt x="3159760" y="2649220"/>
                  </a:lnTo>
                  <a:lnTo>
                    <a:pt x="3159760" y="2669540"/>
                  </a:lnTo>
                  <a:lnTo>
                    <a:pt x="3171190" y="2674620"/>
                  </a:lnTo>
                  <a:lnTo>
                    <a:pt x="3171190" y="2687320"/>
                  </a:lnTo>
                  <a:lnTo>
                    <a:pt x="3117850" y="2663190"/>
                  </a:lnTo>
                  <a:close/>
                  <a:moveTo>
                    <a:pt x="3133090" y="2658110"/>
                  </a:moveTo>
                  <a:lnTo>
                    <a:pt x="3149600" y="2664460"/>
                  </a:lnTo>
                  <a:lnTo>
                    <a:pt x="3149600" y="2651760"/>
                  </a:lnTo>
                  <a:lnTo>
                    <a:pt x="3133090" y="2658110"/>
                  </a:lnTo>
                  <a:close/>
                  <a:moveTo>
                    <a:pt x="3128010" y="2616200"/>
                  </a:moveTo>
                  <a:lnTo>
                    <a:pt x="3128010" y="2631440"/>
                  </a:lnTo>
                  <a:lnTo>
                    <a:pt x="3117850" y="2631440"/>
                  </a:lnTo>
                  <a:lnTo>
                    <a:pt x="3117850" y="2588260"/>
                  </a:lnTo>
                  <a:lnTo>
                    <a:pt x="3128010" y="2588260"/>
                  </a:lnTo>
                  <a:lnTo>
                    <a:pt x="3128010" y="2603500"/>
                  </a:lnTo>
                  <a:lnTo>
                    <a:pt x="3171190" y="2603500"/>
                  </a:lnTo>
                  <a:lnTo>
                    <a:pt x="3171190" y="2614930"/>
                  </a:lnTo>
                  <a:lnTo>
                    <a:pt x="3128010" y="2614930"/>
                  </a:lnTo>
                  <a:lnTo>
                    <a:pt x="3128010" y="2616200"/>
                  </a:lnTo>
                  <a:close/>
                  <a:moveTo>
                    <a:pt x="3117850" y="2578100"/>
                  </a:moveTo>
                  <a:lnTo>
                    <a:pt x="3117850" y="2566670"/>
                  </a:lnTo>
                  <a:lnTo>
                    <a:pt x="3171190" y="2566670"/>
                  </a:lnTo>
                  <a:lnTo>
                    <a:pt x="3171190" y="2578100"/>
                  </a:lnTo>
                  <a:lnTo>
                    <a:pt x="3117850" y="2578100"/>
                  </a:lnTo>
                  <a:close/>
                  <a:moveTo>
                    <a:pt x="3117850" y="2555240"/>
                  </a:moveTo>
                  <a:lnTo>
                    <a:pt x="3117850" y="2541270"/>
                  </a:lnTo>
                  <a:lnTo>
                    <a:pt x="3153410" y="2528570"/>
                  </a:lnTo>
                  <a:lnTo>
                    <a:pt x="3153410" y="2528570"/>
                  </a:lnTo>
                  <a:lnTo>
                    <a:pt x="3117850" y="2514600"/>
                  </a:lnTo>
                  <a:lnTo>
                    <a:pt x="3117850" y="2501900"/>
                  </a:lnTo>
                  <a:lnTo>
                    <a:pt x="3171190" y="2524760"/>
                  </a:lnTo>
                  <a:lnTo>
                    <a:pt x="3171190" y="2534920"/>
                  </a:lnTo>
                  <a:lnTo>
                    <a:pt x="3117850" y="2555240"/>
                  </a:lnTo>
                  <a:close/>
                  <a:moveTo>
                    <a:pt x="3117850" y="2490470"/>
                  </a:moveTo>
                  <a:lnTo>
                    <a:pt x="3117850" y="2453640"/>
                  </a:lnTo>
                  <a:lnTo>
                    <a:pt x="3129280" y="2453640"/>
                  </a:lnTo>
                  <a:lnTo>
                    <a:pt x="3129280" y="2479040"/>
                  </a:lnTo>
                  <a:lnTo>
                    <a:pt x="3139440" y="2479040"/>
                  </a:lnTo>
                  <a:lnTo>
                    <a:pt x="3139440" y="2456180"/>
                  </a:lnTo>
                  <a:lnTo>
                    <a:pt x="3150870" y="2456180"/>
                  </a:lnTo>
                  <a:lnTo>
                    <a:pt x="3150870" y="2479040"/>
                  </a:lnTo>
                  <a:lnTo>
                    <a:pt x="3162300" y="2479040"/>
                  </a:lnTo>
                  <a:lnTo>
                    <a:pt x="3162300" y="2452370"/>
                  </a:lnTo>
                  <a:lnTo>
                    <a:pt x="3173730" y="2452370"/>
                  </a:lnTo>
                  <a:lnTo>
                    <a:pt x="3173730" y="2490470"/>
                  </a:lnTo>
                  <a:lnTo>
                    <a:pt x="3117850" y="2490470"/>
                  </a:lnTo>
                  <a:close/>
                  <a:moveTo>
                    <a:pt x="3117850" y="5429250"/>
                  </a:moveTo>
                  <a:lnTo>
                    <a:pt x="3117850" y="5392420"/>
                  </a:lnTo>
                  <a:lnTo>
                    <a:pt x="3129280" y="5392420"/>
                  </a:lnTo>
                  <a:lnTo>
                    <a:pt x="3129280" y="5416550"/>
                  </a:lnTo>
                  <a:lnTo>
                    <a:pt x="3140710" y="5416550"/>
                  </a:lnTo>
                  <a:lnTo>
                    <a:pt x="3140710" y="5393690"/>
                  </a:lnTo>
                  <a:lnTo>
                    <a:pt x="3152140" y="5393690"/>
                  </a:lnTo>
                  <a:lnTo>
                    <a:pt x="3152140" y="5416550"/>
                  </a:lnTo>
                  <a:lnTo>
                    <a:pt x="3173730" y="5416550"/>
                  </a:lnTo>
                  <a:lnTo>
                    <a:pt x="3173730" y="5427980"/>
                  </a:lnTo>
                  <a:lnTo>
                    <a:pt x="3117850" y="5427980"/>
                  </a:lnTo>
                  <a:lnTo>
                    <a:pt x="3117850" y="5429250"/>
                  </a:lnTo>
                  <a:close/>
                  <a:moveTo>
                    <a:pt x="3117850" y="5379720"/>
                  </a:moveTo>
                  <a:lnTo>
                    <a:pt x="3117850" y="5368290"/>
                  </a:lnTo>
                  <a:lnTo>
                    <a:pt x="3171190" y="5368290"/>
                  </a:lnTo>
                  <a:lnTo>
                    <a:pt x="3171190" y="5379720"/>
                  </a:lnTo>
                  <a:lnTo>
                    <a:pt x="3117850" y="5379720"/>
                  </a:lnTo>
                  <a:close/>
                  <a:moveTo>
                    <a:pt x="3117850" y="5351780"/>
                  </a:moveTo>
                  <a:lnTo>
                    <a:pt x="3117850" y="5339080"/>
                  </a:lnTo>
                  <a:lnTo>
                    <a:pt x="3161030" y="5339080"/>
                  </a:lnTo>
                  <a:lnTo>
                    <a:pt x="3161030" y="5317490"/>
                  </a:lnTo>
                  <a:lnTo>
                    <a:pt x="3172460" y="5317490"/>
                  </a:lnTo>
                  <a:lnTo>
                    <a:pt x="3172460" y="5351780"/>
                  </a:lnTo>
                  <a:lnTo>
                    <a:pt x="3117850" y="5351780"/>
                  </a:lnTo>
                  <a:close/>
                  <a:moveTo>
                    <a:pt x="3117850" y="5306060"/>
                  </a:moveTo>
                  <a:lnTo>
                    <a:pt x="3117850" y="5288280"/>
                  </a:lnTo>
                  <a:lnTo>
                    <a:pt x="3153410" y="5275580"/>
                  </a:lnTo>
                  <a:lnTo>
                    <a:pt x="3153410" y="5275580"/>
                  </a:lnTo>
                  <a:lnTo>
                    <a:pt x="3117850" y="5262880"/>
                  </a:lnTo>
                  <a:lnTo>
                    <a:pt x="3117850" y="5245100"/>
                  </a:lnTo>
                  <a:lnTo>
                    <a:pt x="3171190" y="5245100"/>
                  </a:lnTo>
                  <a:lnTo>
                    <a:pt x="3171190" y="5256530"/>
                  </a:lnTo>
                  <a:lnTo>
                    <a:pt x="3129280" y="5256530"/>
                  </a:lnTo>
                  <a:lnTo>
                    <a:pt x="3129280" y="5256530"/>
                  </a:lnTo>
                  <a:lnTo>
                    <a:pt x="3171190" y="5270500"/>
                  </a:lnTo>
                  <a:lnTo>
                    <a:pt x="3171190" y="5279390"/>
                  </a:lnTo>
                  <a:lnTo>
                    <a:pt x="3129280" y="5293360"/>
                  </a:lnTo>
                  <a:lnTo>
                    <a:pt x="3129280" y="5293360"/>
                  </a:lnTo>
                  <a:lnTo>
                    <a:pt x="3171190" y="5293360"/>
                  </a:lnTo>
                  <a:lnTo>
                    <a:pt x="3171190" y="5304790"/>
                  </a:lnTo>
                  <a:lnTo>
                    <a:pt x="3117850" y="5306060"/>
                  </a:lnTo>
                  <a:lnTo>
                    <a:pt x="3117850" y="5306060"/>
                  </a:lnTo>
                  <a:close/>
                  <a:moveTo>
                    <a:pt x="3117850" y="5200650"/>
                  </a:moveTo>
                  <a:lnTo>
                    <a:pt x="3117850" y="5184140"/>
                  </a:lnTo>
                  <a:lnTo>
                    <a:pt x="3155950" y="5161280"/>
                  </a:lnTo>
                  <a:lnTo>
                    <a:pt x="3155950" y="5161280"/>
                  </a:lnTo>
                  <a:lnTo>
                    <a:pt x="3117850" y="5161280"/>
                  </a:lnTo>
                  <a:lnTo>
                    <a:pt x="3117850" y="5148580"/>
                  </a:lnTo>
                  <a:lnTo>
                    <a:pt x="3171190" y="5148580"/>
                  </a:lnTo>
                  <a:lnTo>
                    <a:pt x="3171190" y="5163821"/>
                  </a:lnTo>
                  <a:lnTo>
                    <a:pt x="3133090" y="5187950"/>
                  </a:lnTo>
                  <a:lnTo>
                    <a:pt x="3133090" y="5187950"/>
                  </a:lnTo>
                  <a:lnTo>
                    <a:pt x="3171190" y="5187950"/>
                  </a:lnTo>
                  <a:lnTo>
                    <a:pt x="3171190" y="5199380"/>
                  </a:lnTo>
                  <a:lnTo>
                    <a:pt x="3117850" y="5199380"/>
                  </a:lnTo>
                  <a:lnTo>
                    <a:pt x="3117850" y="5200650"/>
                  </a:lnTo>
                  <a:close/>
                  <a:moveTo>
                    <a:pt x="3117850" y="5132070"/>
                  </a:moveTo>
                  <a:lnTo>
                    <a:pt x="3117850" y="5095240"/>
                  </a:lnTo>
                  <a:lnTo>
                    <a:pt x="3129280" y="5095240"/>
                  </a:lnTo>
                  <a:lnTo>
                    <a:pt x="3129280" y="5120640"/>
                  </a:lnTo>
                  <a:lnTo>
                    <a:pt x="3139440" y="5120640"/>
                  </a:lnTo>
                  <a:lnTo>
                    <a:pt x="3139440" y="5097780"/>
                  </a:lnTo>
                  <a:lnTo>
                    <a:pt x="3150870" y="5097780"/>
                  </a:lnTo>
                  <a:lnTo>
                    <a:pt x="3150870" y="5120640"/>
                  </a:lnTo>
                  <a:lnTo>
                    <a:pt x="3162300" y="5120640"/>
                  </a:lnTo>
                  <a:lnTo>
                    <a:pt x="3162300" y="5093970"/>
                  </a:lnTo>
                  <a:lnTo>
                    <a:pt x="3173730" y="5093970"/>
                  </a:lnTo>
                  <a:lnTo>
                    <a:pt x="3173730" y="5132070"/>
                  </a:lnTo>
                  <a:lnTo>
                    <a:pt x="3117850" y="5132070"/>
                  </a:lnTo>
                  <a:close/>
                  <a:moveTo>
                    <a:pt x="3167380" y="5030470"/>
                  </a:moveTo>
                  <a:cubicBezTo>
                    <a:pt x="3168650" y="5034280"/>
                    <a:pt x="3169920" y="5038090"/>
                    <a:pt x="3171190" y="5041900"/>
                  </a:cubicBezTo>
                  <a:cubicBezTo>
                    <a:pt x="3172460" y="5045710"/>
                    <a:pt x="3172460" y="5049520"/>
                    <a:pt x="3172460" y="5053330"/>
                  </a:cubicBezTo>
                  <a:cubicBezTo>
                    <a:pt x="3172460" y="5057140"/>
                    <a:pt x="3171190" y="5060950"/>
                    <a:pt x="3169920" y="5064760"/>
                  </a:cubicBezTo>
                  <a:cubicBezTo>
                    <a:pt x="3168650" y="5068570"/>
                    <a:pt x="3166110" y="5071110"/>
                    <a:pt x="3164840" y="5073650"/>
                  </a:cubicBezTo>
                  <a:cubicBezTo>
                    <a:pt x="3162300" y="5076190"/>
                    <a:pt x="3159760" y="5078730"/>
                    <a:pt x="3155950" y="5080000"/>
                  </a:cubicBezTo>
                  <a:cubicBezTo>
                    <a:pt x="3152140" y="5081270"/>
                    <a:pt x="3148330" y="5082540"/>
                    <a:pt x="3144520" y="5082540"/>
                  </a:cubicBezTo>
                  <a:cubicBezTo>
                    <a:pt x="3140710" y="5082540"/>
                    <a:pt x="3136900" y="5081270"/>
                    <a:pt x="3133090" y="5080000"/>
                  </a:cubicBezTo>
                  <a:cubicBezTo>
                    <a:pt x="3129280" y="5078730"/>
                    <a:pt x="3126740" y="5076190"/>
                    <a:pt x="3124200" y="5073650"/>
                  </a:cubicBezTo>
                  <a:cubicBezTo>
                    <a:pt x="3121660" y="5071110"/>
                    <a:pt x="3120390" y="5068570"/>
                    <a:pt x="3119121" y="5064760"/>
                  </a:cubicBezTo>
                  <a:cubicBezTo>
                    <a:pt x="3117850" y="5060950"/>
                    <a:pt x="3116581" y="5057140"/>
                    <a:pt x="3116581" y="5053330"/>
                  </a:cubicBezTo>
                  <a:cubicBezTo>
                    <a:pt x="3116581" y="5049520"/>
                    <a:pt x="3116581" y="5044440"/>
                    <a:pt x="3117851" y="5041900"/>
                  </a:cubicBezTo>
                  <a:cubicBezTo>
                    <a:pt x="3119121" y="5038090"/>
                    <a:pt x="3120391" y="5035550"/>
                    <a:pt x="3122931" y="5031740"/>
                  </a:cubicBezTo>
                  <a:lnTo>
                    <a:pt x="3131821" y="5040630"/>
                  </a:lnTo>
                  <a:cubicBezTo>
                    <a:pt x="3130550" y="5041900"/>
                    <a:pt x="3129281" y="5044440"/>
                    <a:pt x="3128010" y="5045710"/>
                  </a:cubicBezTo>
                  <a:cubicBezTo>
                    <a:pt x="3126740" y="5048250"/>
                    <a:pt x="3126740" y="5050790"/>
                    <a:pt x="3126740" y="5053330"/>
                  </a:cubicBezTo>
                  <a:cubicBezTo>
                    <a:pt x="3126740" y="5055871"/>
                    <a:pt x="3126740" y="5058410"/>
                    <a:pt x="3128010" y="5059680"/>
                  </a:cubicBezTo>
                  <a:cubicBezTo>
                    <a:pt x="3129281" y="5062221"/>
                    <a:pt x="3130550" y="5063490"/>
                    <a:pt x="3131821" y="5064760"/>
                  </a:cubicBezTo>
                  <a:cubicBezTo>
                    <a:pt x="3133091" y="5066030"/>
                    <a:pt x="3135631" y="5067300"/>
                    <a:pt x="3136900" y="5068570"/>
                  </a:cubicBezTo>
                  <a:cubicBezTo>
                    <a:pt x="3139440" y="5069840"/>
                    <a:pt x="3140710" y="5069840"/>
                    <a:pt x="3143250" y="5069840"/>
                  </a:cubicBezTo>
                  <a:cubicBezTo>
                    <a:pt x="3145790" y="5069840"/>
                    <a:pt x="3148330" y="5069840"/>
                    <a:pt x="3149600" y="5068570"/>
                  </a:cubicBezTo>
                  <a:cubicBezTo>
                    <a:pt x="3152140" y="5067300"/>
                    <a:pt x="3153410" y="5066030"/>
                    <a:pt x="3154680" y="5064760"/>
                  </a:cubicBezTo>
                  <a:cubicBezTo>
                    <a:pt x="3155950" y="5063491"/>
                    <a:pt x="3157220" y="5060950"/>
                    <a:pt x="3158490" y="5059680"/>
                  </a:cubicBezTo>
                  <a:cubicBezTo>
                    <a:pt x="3159760" y="5057140"/>
                    <a:pt x="3159760" y="5055871"/>
                    <a:pt x="3159760" y="5053330"/>
                  </a:cubicBezTo>
                  <a:cubicBezTo>
                    <a:pt x="3159760" y="5050790"/>
                    <a:pt x="3159760" y="5048250"/>
                    <a:pt x="3158490" y="5046980"/>
                  </a:cubicBezTo>
                  <a:cubicBezTo>
                    <a:pt x="3158490" y="5045710"/>
                    <a:pt x="3157220" y="5043171"/>
                    <a:pt x="3157220" y="5041900"/>
                  </a:cubicBezTo>
                  <a:lnTo>
                    <a:pt x="3148330" y="5041900"/>
                  </a:lnTo>
                  <a:lnTo>
                    <a:pt x="3148330" y="5052060"/>
                  </a:lnTo>
                  <a:lnTo>
                    <a:pt x="3136900" y="5052060"/>
                  </a:lnTo>
                  <a:lnTo>
                    <a:pt x="3136900" y="5030470"/>
                  </a:lnTo>
                  <a:lnTo>
                    <a:pt x="3167380" y="5030470"/>
                  </a:lnTo>
                  <a:close/>
                  <a:moveTo>
                    <a:pt x="3117850" y="5002530"/>
                  </a:moveTo>
                  <a:lnTo>
                    <a:pt x="3117850" y="4992370"/>
                  </a:lnTo>
                  <a:lnTo>
                    <a:pt x="3171190" y="4969510"/>
                  </a:lnTo>
                  <a:lnTo>
                    <a:pt x="3171190" y="4983480"/>
                  </a:lnTo>
                  <a:lnTo>
                    <a:pt x="3159760" y="4988560"/>
                  </a:lnTo>
                  <a:lnTo>
                    <a:pt x="3159760" y="5010150"/>
                  </a:lnTo>
                  <a:lnTo>
                    <a:pt x="3171190" y="5015230"/>
                  </a:lnTo>
                  <a:lnTo>
                    <a:pt x="3171190" y="5027930"/>
                  </a:lnTo>
                  <a:lnTo>
                    <a:pt x="3117850" y="5002530"/>
                  </a:lnTo>
                  <a:close/>
                  <a:moveTo>
                    <a:pt x="3133090" y="4997450"/>
                  </a:moveTo>
                  <a:lnTo>
                    <a:pt x="3149600" y="5003800"/>
                  </a:lnTo>
                  <a:lnTo>
                    <a:pt x="3149600" y="4991100"/>
                  </a:lnTo>
                  <a:lnTo>
                    <a:pt x="3133090" y="4997450"/>
                  </a:lnTo>
                  <a:close/>
                  <a:moveTo>
                    <a:pt x="3128010" y="4955540"/>
                  </a:moveTo>
                  <a:lnTo>
                    <a:pt x="3128010" y="4970780"/>
                  </a:lnTo>
                  <a:lnTo>
                    <a:pt x="3117850" y="4970780"/>
                  </a:lnTo>
                  <a:lnTo>
                    <a:pt x="3117850" y="4927600"/>
                  </a:lnTo>
                  <a:lnTo>
                    <a:pt x="3128010" y="4927600"/>
                  </a:lnTo>
                  <a:lnTo>
                    <a:pt x="3128010" y="4942840"/>
                  </a:lnTo>
                  <a:lnTo>
                    <a:pt x="3171190" y="4942840"/>
                  </a:lnTo>
                  <a:lnTo>
                    <a:pt x="3171190" y="4954270"/>
                  </a:lnTo>
                  <a:lnTo>
                    <a:pt x="3128010" y="4955540"/>
                  </a:lnTo>
                  <a:lnTo>
                    <a:pt x="3128010" y="4955540"/>
                  </a:lnTo>
                  <a:close/>
                  <a:moveTo>
                    <a:pt x="3117850" y="4917440"/>
                  </a:moveTo>
                  <a:lnTo>
                    <a:pt x="3117850" y="4906010"/>
                  </a:lnTo>
                  <a:lnTo>
                    <a:pt x="3171190" y="4906010"/>
                  </a:lnTo>
                  <a:lnTo>
                    <a:pt x="3171190" y="4917440"/>
                  </a:lnTo>
                  <a:lnTo>
                    <a:pt x="3117850" y="4917440"/>
                  </a:lnTo>
                  <a:close/>
                  <a:moveTo>
                    <a:pt x="3117850" y="4894580"/>
                  </a:moveTo>
                  <a:lnTo>
                    <a:pt x="3117850" y="4881880"/>
                  </a:lnTo>
                  <a:lnTo>
                    <a:pt x="3153410" y="4869180"/>
                  </a:lnTo>
                  <a:lnTo>
                    <a:pt x="3153410" y="4869180"/>
                  </a:lnTo>
                  <a:lnTo>
                    <a:pt x="3117850" y="4855210"/>
                  </a:lnTo>
                  <a:lnTo>
                    <a:pt x="3117850" y="4842510"/>
                  </a:lnTo>
                  <a:lnTo>
                    <a:pt x="3171190" y="4865370"/>
                  </a:lnTo>
                  <a:lnTo>
                    <a:pt x="3171190" y="4875530"/>
                  </a:lnTo>
                  <a:lnTo>
                    <a:pt x="3117850" y="4894580"/>
                  </a:lnTo>
                  <a:close/>
                  <a:moveTo>
                    <a:pt x="3117850" y="4829810"/>
                  </a:moveTo>
                  <a:lnTo>
                    <a:pt x="3117850" y="4792980"/>
                  </a:lnTo>
                  <a:lnTo>
                    <a:pt x="3129280" y="4792980"/>
                  </a:lnTo>
                  <a:lnTo>
                    <a:pt x="3129280" y="4818380"/>
                  </a:lnTo>
                  <a:lnTo>
                    <a:pt x="3139440" y="4818380"/>
                  </a:lnTo>
                  <a:lnTo>
                    <a:pt x="3139440" y="4795520"/>
                  </a:lnTo>
                  <a:lnTo>
                    <a:pt x="3150870" y="4795520"/>
                  </a:lnTo>
                  <a:lnTo>
                    <a:pt x="3150870" y="4818380"/>
                  </a:lnTo>
                  <a:lnTo>
                    <a:pt x="3162300" y="4818380"/>
                  </a:lnTo>
                  <a:lnTo>
                    <a:pt x="3162300" y="4791710"/>
                  </a:lnTo>
                  <a:lnTo>
                    <a:pt x="3173730" y="4791710"/>
                  </a:lnTo>
                  <a:lnTo>
                    <a:pt x="3173730" y="4829810"/>
                  </a:lnTo>
                  <a:lnTo>
                    <a:pt x="3117850" y="4829810"/>
                  </a:lnTo>
                  <a:close/>
                  <a:moveTo>
                    <a:pt x="30480" y="146050"/>
                  </a:moveTo>
                  <a:lnTo>
                    <a:pt x="1270" y="83820"/>
                  </a:lnTo>
                  <a:lnTo>
                    <a:pt x="6350" y="82550"/>
                  </a:lnTo>
                  <a:lnTo>
                    <a:pt x="30480" y="134620"/>
                  </a:lnTo>
                  <a:lnTo>
                    <a:pt x="53340" y="82550"/>
                  </a:lnTo>
                  <a:lnTo>
                    <a:pt x="58420" y="83820"/>
                  </a:lnTo>
                  <a:lnTo>
                    <a:pt x="30480" y="146050"/>
                  </a:lnTo>
                  <a:close/>
                  <a:moveTo>
                    <a:pt x="26670" y="0"/>
                  </a:moveTo>
                  <a:lnTo>
                    <a:pt x="31750" y="0"/>
                  </a:lnTo>
                  <a:lnTo>
                    <a:pt x="31750" y="139700"/>
                  </a:lnTo>
                  <a:lnTo>
                    <a:pt x="26670" y="139700"/>
                  </a:lnTo>
                  <a:lnTo>
                    <a:pt x="26670" y="0"/>
                  </a:lnTo>
                  <a:close/>
                  <a:moveTo>
                    <a:pt x="41910" y="246380"/>
                  </a:moveTo>
                  <a:lnTo>
                    <a:pt x="31750" y="234950"/>
                  </a:lnTo>
                  <a:lnTo>
                    <a:pt x="39370" y="228600"/>
                  </a:lnTo>
                  <a:lnTo>
                    <a:pt x="54610" y="246380"/>
                  </a:lnTo>
                  <a:lnTo>
                    <a:pt x="54610" y="256540"/>
                  </a:lnTo>
                  <a:lnTo>
                    <a:pt x="1270" y="256540"/>
                  </a:lnTo>
                  <a:lnTo>
                    <a:pt x="1270" y="246380"/>
                  </a:lnTo>
                  <a:lnTo>
                    <a:pt x="41910" y="246380"/>
                  </a:lnTo>
                  <a:close/>
                  <a:moveTo>
                    <a:pt x="34290" y="292100"/>
                  </a:moveTo>
                  <a:lnTo>
                    <a:pt x="34290" y="295910"/>
                  </a:lnTo>
                  <a:cubicBezTo>
                    <a:pt x="34290" y="297180"/>
                    <a:pt x="34290" y="298450"/>
                    <a:pt x="34290" y="298450"/>
                  </a:cubicBezTo>
                  <a:cubicBezTo>
                    <a:pt x="34290" y="298450"/>
                    <a:pt x="34290" y="300990"/>
                    <a:pt x="35560" y="300990"/>
                  </a:cubicBezTo>
                  <a:cubicBezTo>
                    <a:pt x="35560" y="302260"/>
                    <a:pt x="36830" y="302260"/>
                    <a:pt x="36830" y="303530"/>
                  </a:cubicBezTo>
                  <a:cubicBezTo>
                    <a:pt x="38100" y="303530"/>
                    <a:pt x="38100" y="304800"/>
                    <a:pt x="39370" y="304800"/>
                  </a:cubicBezTo>
                  <a:cubicBezTo>
                    <a:pt x="40640" y="304800"/>
                    <a:pt x="41910" y="303530"/>
                    <a:pt x="43180" y="302260"/>
                  </a:cubicBezTo>
                  <a:cubicBezTo>
                    <a:pt x="44450" y="300990"/>
                    <a:pt x="44450" y="299720"/>
                    <a:pt x="44450" y="297180"/>
                  </a:cubicBezTo>
                  <a:cubicBezTo>
                    <a:pt x="44450" y="295910"/>
                    <a:pt x="44450" y="293370"/>
                    <a:pt x="43180" y="293370"/>
                  </a:cubicBezTo>
                  <a:cubicBezTo>
                    <a:pt x="41910" y="293370"/>
                    <a:pt x="40640" y="290830"/>
                    <a:pt x="39370" y="290830"/>
                  </a:cubicBezTo>
                  <a:lnTo>
                    <a:pt x="41910" y="278130"/>
                  </a:lnTo>
                  <a:cubicBezTo>
                    <a:pt x="44450" y="278130"/>
                    <a:pt x="45720" y="279400"/>
                    <a:pt x="48260" y="280670"/>
                  </a:cubicBezTo>
                  <a:cubicBezTo>
                    <a:pt x="49530" y="281940"/>
                    <a:pt x="50800" y="283210"/>
                    <a:pt x="52070" y="284480"/>
                  </a:cubicBezTo>
                  <a:cubicBezTo>
                    <a:pt x="53340" y="285750"/>
                    <a:pt x="53340" y="288290"/>
                    <a:pt x="54610" y="289560"/>
                  </a:cubicBezTo>
                  <a:cubicBezTo>
                    <a:pt x="55880" y="290830"/>
                    <a:pt x="55880" y="293370"/>
                    <a:pt x="55880" y="295910"/>
                  </a:cubicBezTo>
                  <a:cubicBezTo>
                    <a:pt x="55880" y="298450"/>
                    <a:pt x="55880" y="300990"/>
                    <a:pt x="54610" y="302260"/>
                  </a:cubicBezTo>
                  <a:cubicBezTo>
                    <a:pt x="54610" y="304800"/>
                    <a:pt x="53340" y="306070"/>
                    <a:pt x="52070" y="308610"/>
                  </a:cubicBezTo>
                  <a:cubicBezTo>
                    <a:pt x="50800" y="309880"/>
                    <a:pt x="49530" y="311150"/>
                    <a:pt x="46990" y="312420"/>
                  </a:cubicBezTo>
                  <a:cubicBezTo>
                    <a:pt x="45720" y="313690"/>
                    <a:pt x="43180" y="313690"/>
                    <a:pt x="40640" y="313690"/>
                  </a:cubicBezTo>
                  <a:cubicBezTo>
                    <a:pt x="38100" y="313690"/>
                    <a:pt x="35560" y="312420"/>
                    <a:pt x="33020" y="311150"/>
                  </a:cubicBezTo>
                  <a:cubicBezTo>
                    <a:pt x="30480" y="309880"/>
                    <a:pt x="30480" y="309880"/>
                    <a:pt x="29210" y="307340"/>
                  </a:cubicBezTo>
                  <a:lnTo>
                    <a:pt x="29210" y="307340"/>
                  </a:lnTo>
                  <a:cubicBezTo>
                    <a:pt x="29210" y="308610"/>
                    <a:pt x="27940" y="309880"/>
                    <a:pt x="27940" y="311150"/>
                  </a:cubicBezTo>
                  <a:cubicBezTo>
                    <a:pt x="26670" y="312420"/>
                    <a:pt x="26670" y="313690"/>
                    <a:pt x="25400" y="313690"/>
                  </a:cubicBezTo>
                  <a:cubicBezTo>
                    <a:pt x="24130" y="314960"/>
                    <a:pt x="22860" y="314960"/>
                    <a:pt x="21590" y="316230"/>
                  </a:cubicBezTo>
                  <a:cubicBezTo>
                    <a:pt x="20320" y="316230"/>
                    <a:pt x="19050" y="317500"/>
                    <a:pt x="16510" y="317500"/>
                  </a:cubicBezTo>
                  <a:cubicBezTo>
                    <a:pt x="13970" y="317500"/>
                    <a:pt x="11430" y="317500"/>
                    <a:pt x="8890" y="316230"/>
                  </a:cubicBezTo>
                  <a:cubicBezTo>
                    <a:pt x="6350" y="314960"/>
                    <a:pt x="5080" y="313690"/>
                    <a:pt x="3810" y="312420"/>
                  </a:cubicBezTo>
                  <a:cubicBezTo>
                    <a:pt x="2540" y="311150"/>
                    <a:pt x="1270" y="308610"/>
                    <a:pt x="1270" y="306070"/>
                  </a:cubicBezTo>
                  <a:cubicBezTo>
                    <a:pt x="1270" y="303530"/>
                    <a:pt x="0" y="300990"/>
                    <a:pt x="0" y="297180"/>
                  </a:cubicBezTo>
                  <a:cubicBezTo>
                    <a:pt x="0" y="292100"/>
                    <a:pt x="1270" y="288290"/>
                    <a:pt x="3810" y="284480"/>
                  </a:cubicBezTo>
                  <a:cubicBezTo>
                    <a:pt x="6350" y="280670"/>
                    <a:pt x="10160" y="278130"/>
                    <a:pt x="13970" y="278130"/>
                  </a:cubicBezTo>
                  <a:lnTo>
                    <a:pt x="16510" y="289560"/>
                  </a:lnTo>
                  <a:cubicBezTo>
                    <a:pt x="13970" y="289560"/>
                    <a:pt x="12700" y="290830"/>
                    <a:pt x="11430" y="292100"/>
                  </a:cubicBezTo>
                  <a:cubicBezTo>
                    <a:pt x="10160" y="293370"/>
                    <a:pt x="10160" y="294640"/>
                    <a:pt x="10160" y="297180"/>
                  </a:cubicBezTo>
                  <a:cubicBezTo>
                    <a:pt x="10160" y="299720"/>
                    <a:pt x="11430" y="300990"/>
                    <a:pt x="12700" y="302260"/>
                  </a:cubicBezTo>
                  <a:cubicBezTo>
                    <a:pt x="13970" y="303530"/>
                    <a:pt x="15240" y="303530"/>
                    <a:pt x="17780" y="303530"/>
                  </a:cubicBezTo>
                  <a:cubicBezTo>
                    <a:pt x="19050" y="303530"/>
                    <a:pt x="20320" y="303530"/>
                    <a:pt x="21590" y="302260"/>
                  </a:cubicBezTo>
                  <a:cubicBezTo>
                    <a:pt x="22860" y="300990"/>
                    <a:pt x="22860" y="300990"/>
                    <a:pt x="22860" y="299720"/>
                  </a:cubicBezTo>
                  <a:cubicBezTo>
                    <a:pt x="22860" y="298450"/>
                    <a:pt x="24130" y="297180"/>
                    <a:pt x="24130" y="295910"/>
                  </a:cubicBezTo>
                  <a:cubicBezTo>
                    <a:pt x="24130" y="294640"/>
                    <a:pt x="24130" y="293370"/>
                    <a:pt x="24130" y="292100"/>
                  </a:cubicBezTo>
                  <a:lnTo>
                    <a:pt x="24130" y="289560"/>
                  </a:lnTo>
                  <a:lnTo>
                    <a:pt x="34290" y="289560"/>
                  </a:lnTo>
                  <a:lnTo>
                    <a:pt x="34290" y="292100"/>
                  </a:lnTo>
                  <a:close/>
                  <a:moveTo>
                    <a:pt x="30480" y="1762760"/>
                  </a:moveTo>
                  <a:lnTo>
                    <a:pt x="1270" y="1700530"/>
                  </a:lnTo>
                  <a:lnTo>
                    <a:pt x="6350" y="1697990"/>
                  </a:lnTo>
                  <a:lnTo>
                    <a:pt x="30480" y="1750060"/>
                  </a:lnTo>
                  <a:lnTo>
                    <a:pt x="53340" y="1697990"/>
                  </a:lnTo>
                  <a:lnTo>
                    <a:pt x="58420" y="1700530"/>
                  </a:lnTo>
                  <a:lnTo>
                    <a:pt x="30480" y="1762760"/>
                  </a:lnTo>
                  <a:close/>
                  <a:moveTo>
                    <a:pt x="26670" y="1616710"/>
                  </a:moveTo>
                  <a:lnTo>
                    <a:pt x="31750" y="1616710"/>
                  </a:lnTo>
                  <a:lnTo>
                    <a:pt x="31750" y="1756410"/>
                  </a:lnTo>
                  <a:lnTo>
                    <a:pt x="26670" y="1756410"/>
                  </a:lnTo>
                  <a:lnTo>
                    <a:pt x="26670" y="1616710"/>
                  </a:lnTo>
                  <a:close/>
                  <a:moveTo>
                    <a:pt x="41910" y="1863090"/>
                  </a:moveTo>
                  <a:lnTo>
                    <a:pt x="31750" y="1851660"/>
                  </a:lnTo>
                  <a:lnTo>
                    <a:pt x="39370" y="1845310"/>
                  </a:lnTo>
                  <a:lnTo>
                    <a:pt x="54610" y="1863090"/>
                  </a:lnTo>
                  <a:lnTo>
                    <a:pt x="54610" y="1873250"/>
                  </a:lnTo>
                  <a:lnTo>
                    <a:pt x="1270" y="1873250"/>
                  </a:lnTo>
                  <a:lnTo>
                    <a:pt x="1270" y="1861820"/>
                  </a:lnTo>
                  <a:lnTo>
                    <a:pt x="41910" y="1863090"/>
                  </a:lnTo>
                  <a:lnTo>
                    <a:pt x="41910" y="1863090"/>
                  </a:lnTo>
                  <a:close/>
                  <a:moveTo>
                    <a:pt x="34290" y="1908810"/>
                  </a:moveTo>
                  <a:lnTo>
                    <a:pt x="34290" y="1912620"/>
                  </a:lnTo>
                  <a:cubicBezTo>
                    <a:pt x="34290" y="1913890"/>
                    <a:pt x="34290" y="1915160"/>
                    <a:pt x="34290" y="1915160"/>
                  </a:cubicBezTo>
                  <a:cubicBezTo>
                    <a:pt x="34290" y="1915160"/>
                    <a:pt x="34290" y="1917700"/>
                    <a:pt x="35560" y="1917700"/>
                  </a:cubicBezTo>
                  <a:cubicBezTo>
                    <a:pt x="35560" y="1918970"/>
                    <a:pt x="36830" y="1918970"/>
                    <a:pt x="36830" y="1920240"/>
                  </a:cubicBezTo>
                  <a:cubicBezTo>
                    <a:pt x="38100" y="1920240"/>
                    <a:pt x="38100" y="1921510"/>
                    <a:pt x="39370" y="1921510"/>
                  </a:cubicBezTo>
                  <a:cubicBezTo>
                    <a:pt x="40640" y="1921510"/>
                    <a:pt x="41910" y="1920240"/>
                    <a:pt x="43180" y="1918970"/>
                  </a:cubicBezTo>
                  <a:cubicBezTo>
                    <a:pt x="44450" y="1917700"/>
                    <a:pt x="44450" y="1916430"/>
                    <a:pt x="44450" y="1913890"/>
                  </a:cubicBezTo>
                  <a:cubicBezTo>
                    <a:pt x="44450" y="1912620"/>
                    <a:pt x="44450" y="1910080"/>
                    <a:pt x="43180" y="1910080"/>
                  </a:cubicBezTo>
                  <a:cubicBezTo>
                    <a:pt x="41910" y="1910080"/>
                    <a:pt x="40640" y="1907540"/>
                    <a:pt x="39370" y="1907540"/>
                  </a:cubicBezTo>
                  <a:lnTo>
                    <a:pt x="41910" y="1894840"/>
                  </a:lnTo>
                  <a:cubicBezTo>
                    <a:pt x="44450" y="1894840"/>
                    <a:pt x="45720" y="1896110"/>
                    <a:pt x="48260" y="1897380"/>
                  </a:cubicBezTo>
                  <a:cubicBezTo>
                    <a:pt x="49530" y="1898650"/>
                    <a:pt x="50800" y="1899920"/>
                    <a:pt x="52070" y="1901190"/>
                  </a:cubicBezTo>
                  <a:cubicBezTo>
                    <a:pt x="53340" y="1902460"/>
                    <a:pt x="53340" y="1905000"/>
                    <a:pt x="54610" y="1906270"/>
                  </a:cubicBezTo>
                  <a:cubicBezTo>
                    <a:pt x="55880" y="1907540"/>
                    <a:pt x="55880" y="1910080"/>
                    <a:pt x="55880" y="1912620"/>
                  </a:cubicBezTo>
                  <a:cubicBezTo>
                    <a:pt x="55880" y="1915160"/>
                    <a:pt x="55880" y="1917700"/>
                    <a:pt x="54610" y="1918970"/>
                  </a:cubicBezTo>
                  <a:cubicBezTo>
                    <a:pt x="54610" y="1921510"/>
                    <a:pt x="53340" y="1922780"/>
                    <a:pt x="52070" y="1925320"/>
                  </a:cubicBezTo>
                  <a:cubicBezTo>
                    <a:pt x="50800" y="1926590"/>
                    <a:pt x="49530" y="1927860"/>
                    <a:pt x="46990" y="1929130"/>
                  </a:cubicBezTo>
                  <a:cubicBezTo>
                    <a:pt x="45720" y="1930400"/>
                    <a:pt x="43180" y="1930400"/>
                    <a:pt x="40640" y="1930400"/>
                  </a:cubicBezTo>
                  <a:cubicBezTo>
                    <a:pt x="38100" y="1930400"/>
                    <a:pt x="35560" y="1929130"/>
                    <a:pt x="33020" y="1927860"/>
                  </a:cubicBezTo>
                  <a:cubicBezTo>
                    <a:pt x="30480" y="1926590"/>
                    <a:pt x="29210" y="1924050"/>
                    <a:pt x="29210" y="1921510"/>
                  </a:cubicBezTo>
                  <a:lnTo>
                    <a:pt x="29210" y="1921510"/>
                  </a:lnTo>
                  <a:cubicBezTo>
                    <a:pt x="29210" y="1922780"/>
                    <a:pt x="27940" y="1924050"/>
                    <a:pt x="27940" y="1925320"/>
                  </a:cubicBezTo>
                  <a:cubicBezTo>
                    <a:pt x="26670" y="1926590"/>
                    <a:pt x="26670" y="1927860"/>
                    <a:pt x="25400" y="1927860"/>
                  </a:cubicBezTo>
                  <a:cubicBezTo>
                    <a:pt x="24130" y="1929130"/>
                    <a:pt x="22860" y="1929130"/>
                    <a:pt x="21590" y="1930400"/>
                  </a:cubicBezTo>
                  <a:cubicBezTo>
                    <a:pt x="20320" y="1930400"/>
                    <a:pt x="19050" y="1931670"/>
                    <a:pt x="16510" y="1931670"/>
                  </a:cubicBezTo>
                  <a:cubicBezTo>
                    <a:pt x="13970" y="1931670"/>
                    <a:pt x="11430" y="1931670"/>
                    <a:pt x="8890" y="1930400"/>
                  </a:cubicBezTo>
                  <a:cubicBezTo>
                    <a:pt x="6350" y="1929130"/>
                    <a:pt x="5080" y="1927860"/>
                    <a:pt x="3810" y="1926590"/>
                  </a:cubicBezTo>
                  <a:cubicBezTo>
                    <a:pt x="2540" y="1925320"/>
                    <a:pt x="1270" y="1922780"/>
                    <a:pt x="1270" y="1920240"/>
                  </a:cubicBezTo>
                  <a:cubicBezTo>
                    <a:pt x="1270" y="1917700"/>
                    <a:pt x="0" y="1915160"/>
                    <a:pt x="0" y="1912620"/>
                  </a:cubicBezTo>
                  <a:cubicBezTo>
                    <a:pt x="0" y="1907540"/>
                    <a:pt x="1270" y="1903730"/>
                    <a:pt x="3810" y="1899920"/>
                  </a:cubicBezTo>
                  <a:cubicBezTo>
                    <a:pt x="6350" y="1896110"/>
                    <a:pt x="10160" y="1893570"/>
                    <a:pt x="13970" y="1893570"/>
                  </a:cubicBezTo>
                  <a:lnTo>
                    <a:pt x="16510" y="1905000"/>
                  </a:lnTo>
                  <a:cubicBezTo>
                    <a:pt x="13970" y="1905000"/>
                    <a:pt x="12700" y="1906270"/>
                    <a:pt x="11430" y="1907540"/>
                  </a:cubicBezTo>
                  <a:cubicBezTo>
                    <a:pt x="10160" y="1908810"/>
                    <a:pt x="10160" y="1910080"/>
                    <a:pt x="10160" y="1912620"/>
                  </a:cubicBezTo>
                  <a:cubicBezTo>
                    <a:pt x="10160" y="1915160"/>
                    <a:pt x="11430" y="1916430"/>
                    <a:pt x="12700" y="1917700"/>
                  </a:cubicBezTo>
                  <a:cubicBezTo>
                    <a:pt x="13970" y="1918970"/>
                    <a:pt x="15240" y="1918970"/>
                    <a:pt x="17780" y="1918970"/>
                  </a:cubicBezTo>
                  <a:cubicBezTo>
                    <a:pt x="19050" y="1918970"/>
                    <a:pt x="20320" y="1918970"/>
                    <a:pt x="21590" y="1917700"/>
                  </a:cubicBezTo>
                  <a:cubicBezTo>
                    <a:pt x="22860" y="1916430"/>
                    <a:pt x="22860" y="1916430"/>
                    <a:pt x="22860" y="1915160"/>
                  </a:cubicBezTo>
                  <a:cubicBezTo>
                    <a:pt x="22860" y="1913890"/>
                    <a:pt x="24130" y="1912620"/>
                    <a:pt x="24130" y="1911350"/>
                  </a:cubicBezTo>
                  <a:cubicBezTo>
                    <a:pt x="24130" y="1910080"/>
                    <a:pt x="24130" y="1908810"/>
                    <a:pt x="24130" y="1907540"/>
                  </a:cubicBezTo>
                  <a:lnTo>
                    <a:pt x="24130" y="1905000"/>
                  </a:lnTo>
                  <a:lnTo>
                    <a:pt x="34290" y="1905000"/>
                  </a:lnTo>
                  <a:lnTo>
                    <a:pt x="34290" y="1908810"/>
                  </a:lnTo>
                  <a:close/>
                  <a:moveTo>
                    <a:pt x="54610" y="1996440"/>
                  </a:moveTo>
                  <a:lnTo>
                    <a:pt x="54610" y="2006600"/>
                  </a:lnTo>
                  <a:lnTo>
                    <a:pt x="1270" y="2029460"/>
                  </a:lnTo>
                  <a:lnTo>
                    <a:pt x="1270" y="2015490"/>
                  </a:lnTo>
                  <a:lnTo>
                    <a:pt x="12700" y="2010410"/>
                  </a:lnTo>
                  <a:lnTo>
                    <a:pt x="12700" y="1990090"/>
                  </a:lnTo>
                  <a:lnTo>
                    <a:pt x="1270" y="1985010"/>
                  </a:lnTo>
                  <a:lnTo>
                    <a:pt x="1270" y="1972310"/>
                  </a:lnTo>
                  <a:lnTo>
                    <a:pt x="54610" y="1996440"/>
                  </a:lnTo>
                  <a:close/>
                  <a:moveTo>
                    <a:pt x="39370" y="2000250"/>
                  </a:moveTo>
                  <a:lnTo>
                    <a:pt x="22860" y="1993900"/>
                  </a:lnTo>
                  <a:lnTo>
                    <a:pt x="22860" y="2006600"/>
                  </a:lnTo>
                  <a:lnTo>
                    <a:pt x="39370" y="2000250"/>
                  </a:lnTo>
                  <a:close/>
                  <a:moveTo>
                    <a:pt x="30480" y="3468370"/>
                  </a:moveTo>
                  <a:lnTo>
                    <a:pt x="1270" y="3406140"/>
                  </a:lnTo>
                  <a:lnTo>
                    <a:pt x="6350" y="3403600"/>
                  </a:lnTo>
                  <a:lnTo>
                    <a:pt x="30480" y="3455670"/>
                  </a:lnTo>
                  <a:lnTo>
                    <a:pt x="53340" y="3403600"/>
                  </a:lnTo>
                  <a:lnTo>
                    <a:pt x="58420" y="3406140"/>
                  </a:lnTo>
                  <a:lnTo>
                    <a:pt x="30480" y="3468370"/>
                  </a:lnTo>
                  <a:close/>
                  <a:moveTo>
                    <a:pt x="26670" y="3322320"/>
                  </a:moveTo>
                  <a:lnTo>
                    <a:pt x="31750" y="3322320"/>
                  </a:lnTo>
                  <a:lnTo>
                    <a:pt x="31750" y="3462020"/>
                  </a:lnTo>
                  <a:lnTo>
                    <a:pt x="26670" y="3462020"/>
                  </a:lnTo>
                  <a:lnTo>
                    <a:pt x="26670" y="3322320"/>
                  </a:lnTo>
                  <a:close/>
                  <a:moveTo>
                    <a:pt x="41910" y="3568700"/>
                  </a:moveTo>
                  <a:lnTo>
                    <a:pt x="31750" y="3557270"/>
                  </a:lnTo>
                  <a:lnTo>
                    <a:pt x="39370" y="3550920"/>
                  </a:lnTo>
                  <a:lnTo>
                    <a:pt x="54610" y="3568700"/>
                  </a:lnTo>
                  <a:lnTo>
                    <a:pt x="54610" y="3578860"/>
                  </a:lnTo>
                  <a:lnTo>
                    <a:pt x="1270" y="3578860"/>
                  </a:lnTo>
                  <a:lnTo>
                    <a:pt x="1270" y="3567430"/>
                  </a:lnTo>
                  <a:lnTo>
                    <a:pt x="41910" y="3567430"/>
                  </a:lnTo>
                  <a:lnTo>
                    <a:pt x="41910" y="3568700"/>
                  </a:lnTo>
                  <a:close/>
                  <a:moveTo>
                    <a:pt x="12700" y="3623310"/>
                  </a:moveTo>
                  <a:lnTo>
                    <a:pt x="12700" y="3599180"/>
                  </a:lnTo>
                  <a:lnTo>
                    <a:pt x="21590" y="3599180"/>
                  </a:lnTo>
                  <a:lnTo>
                    <a:pt x="54610" y="3620770"/>
                  </a:lnTo>
                  <a:lnTo>
                    <a:pt x="54610" y="3633470"/>
                  </a:lnTo>
                  <a:lnTo>
                    <a:pt x="21590" y="3633470"/>
                  </a:lnTo>
                  <a:lnTo>
                    <a:pt x="21590" y="3639820"/>
                  </a:lnTo>
                  <a:lnTo>
                    <a:pt x="12700" y="3639820"/>
                  </a:lnTo>
                  <a:lnTo>
                    <a:pt x="12700" y="3633470"/>
                  </a:lnTo>
                  <a:lnTo>
                    <a:pt x="1270" y="3633470"/>
                  </a:lnTo>
                  <a:lnTo>
                    <a:pt x="1270" y="3622040"/>
                  </a:lnTo>
                  <a:lnTo>
                    <a:pt x="12700" y="3623310"/>
                  </a:lnTo>
                  <a:lnTo>
                    <a:pt x="12700" y="3623310"/>
                  </a:lnTo>
                  <a:close/>
                  <a:moveTo>
                    <a:pt x="40640" y="3623310"/>
                  </a:moveTo>
                  <a:lnTo>
                    <a:pt x="40640" y="3623310"/>
                  </a:lnTo>
                  <a:lnTo>
                    <a:pt x="21590" y="3611880"/>
                  </a:lnTo>
                  <a:lnTo>
                    <a:pt x="21590" y="3624580"/>
                  </a:lnTo>
                  <a:lnTo>
                    <a:pt x="40640" y="3624580"/>
                  </a:lnTo>
                  <a:lnTo>
                    <a:pt x="40640" y="3623310"/>
                  </a:lnTo>
                  <a:close/>
                  <a:moveTo>
                    <a:pt x="30480" y="5085080"/>
                  </a:moveTo>
                  <a:lnTo>
                    <a:pt x="1270" y="5022850"/>
                  </a:lnTo>
                  <a:lnTo>
                    <a:pt x="6350" y="5020310"/>
                  </a:lnTo>
                  <a:lnTo>
                    <a:pt x="30480" y="5072380"/>
                  </a:lnTo>
                  <a:lnTo>
                    <a:pt x="53340" y="5020310"/>
                  </a:lnTo>
                  <a:lnTo>
                    <a:pt x="58420" y="5022850"/>
                  </a:lnTo>
                  <a:lnTo>
                    <a:pt x="30480" y="5085080"/>
                  </a:lnTo>
                  <a:close/>
                  <a:moveTo>
                    <a:pt x="26670" y="4939030"/>
                  </a:moveTo>
                  <a:lnTo>
                    <a:pt x="31750" y="4939030"/>
                  </a:lnTo>
                  <a:lnTo>
                    <a:pt x="31750" y="5078730"/>
                  </a:lnTo>
                  <a:lnTo>
                    <a:pt x="26670" y="5078730"/>
                  </a:lnTo>
                  <a:lnTo>
                    <a:pt x="26670" y="4939030"/>
                  </a:lnTo>
                  <a:close/>
                  <a:moveTo>
                    <a:pt x="41910" y="5185410"/>
                  </a:moveTo>
                  <a:lnTo>
                    <a:pt x="31750" y="5173980"/>
                  </a:lnTo>
                  <a:lnTo>
                    <a:pt x="39370" y="5167630"/>
                  </a:lnTo>
                  <a:lnTo>
                    <a:pt x="54610" y="5185410"/>
                  </a:lnTo>
                  <a:lnTo>
                    <a:pt x="54610" y="5195570"/>
                  </a:lnTo>
                  <a:lnTo>
                    <a:pt x="1270" y="5195570"/>
                  </a:lnTo>
                  <a:lnTo>
                    <a:pt x="1270" y="5184140"/>
                  </a:lnTo>
                  <a:lnTo>
                    <a:pt x="41910" y="5184140"/>
                  </a:lnTo>
                  <a:lnTo>
                    <a:pt x="41910" y="5185410"/>
                  </a:lnTo>
                  <a:close/>
                  <a:moveTo>
                    <a:pt x="12700" y="5240020"/>
                  </a:moveTo>
                  <a:lnTo>
                    <a:pt x="12700" y="5215890"/>
                  </a:lnTo>
                  <a:lnTo>
                    <a:pt x="21590" y="5215890"/>
                  </a:lnTo>
                  <a:lnTo>
                    <a:pt x="54610" y="5237480"/>
                  </a:lnTo>
                  <a:lnTo>
                    <a:pt x="54610" y="5250180"/>
                  </a:lnTo>
                  <a:lnTo>
                    <a:pt x="21590" y="5250180"/>
                  </a:lnTo>
                  <a:lnTo>
                    <a:pt x="21590" y="5256530"/>
                  </a:lnTo>
                  <a:lnTo>
                    <a:pt x="12700" y="5256530"/>
                  </a:lnTo>
                  <a:lnTo>
                    <a:pt x="12700" y="5250180"/>
                  </a:lnTo>
                  <a:lnTo>
                    <a:pt x="1270" y="5250180"/>
                  </a:lnTo>
                  <a:lnTo>
                    <a:pt x="1270" y="5238750"/>
                  </a:lnTo>
                  <a:lnTo>
                    <a:pt x="12700" y="5240020"/>
                  </a:lnTo>
                  <a:lnTo>
                    <a:pt x="12700" y="5240020"/>
                  </a:lnTo>
                  <a:close/>
                  <a:moveTo>
                    <a:pt x="40640" y="5240020"/>
                  </a:moveTo>
                  <a:lnTo>
                    <a:pt x="40640" y="5240020"/>
                  </a:lnTo>
                  <a:lnTo>
                    <a:pt x="21590" y="5227320"/>
                  </a:lnTo>
                  <a:lnTo>
                    <a:pt x="21590" y="5240020"/>
                  </a:lnTo>
                  <a:lnTo>
                    <a:pt x="40640" y="5240020"/>
                  </a:lnTo>
                  <a:close/>
                  <a:moveTo>
                    <a:pt x="54610" y="5317490"/>
                  </a:moveTo>
                  <a:lnTo>
                    <a:pt x="54610" y="5327650"/>
                  </a:lnTo>
                  <a:lnTo>
                    <a:pt x="1270" y="5351780"/>
                  </a:lnTo>
                  <a:lnTo>
                    <a:pt x="1270" y="5337810"/>
                  </a:lnTo>
                  <a:lnTo>
                    <a:pt x="12700" y="5332730"/>
                  </a:lnTo>
                  <a:lnTo>
                    <a:pt x="12700" y="5311140"/>
                  </a:lnTo>
                  <a:lnTo>
                    <a:pt x="1270" y="5306060"/>
                  </a:lnTo>
                  <a:lnTo>
                    <a:pt x="1270" y="5293360"/>
                  </a:lnTo>
                  <a:lnTo>
                    <a:pt x="54610" y="5317490"/>
                  </a:lnTo>
                  <a:close/>
                  <a:moveTo>
                    <a:pt x="39370" y="5322570"/>
                  </a:moveTo>
                  <a:lnTo>
                    <a:pt x="22860" y="5316220"/>
                  </a:lnTo>
                  <a:lnTo>
                    <a:pt x="22860" y="5328920"/>
                  </a:lnTo>
                  <a:lnTo>
                    <a:pt x="39370" y="5322570"/>
                  </a:lnTo>
                  <a:close/>
                </a:path>
              </a:pathLst>
            </a:custGeom>
            <a:solidFill>
              <a:srgbClr val="3DEDE8"/>
            </a:solidFill>
          </p:spPr>
        </p:sp>
      </p:grpSp>
      <p:sp>
        <p:nvSpPr>
          <p:cNvPr id="28" name="TextBox 28"/>
          <p:cNvSpPr txBox="1"/>
          <p:nvPr/>
        </p:nvSpPr>
        <p:spPr>
          <a:xfrm>
            <a:off x="5587197" y="297332"/>
            <a:ext cx="7056457" cy="957834"/>
          </a:xfrm>
          <a:prstGeom prst="rect">
            <a:avLst/>
          </a:prstGeom>
        </p:spPr>
        <p:txBody>
          <a:bodyPr lIns="0" tIns="0" rIns="0" bIns="0" rtlCol="0" anchor="t">
            <a:spAutoFit/>
          </a:bodyPr>
          <a:lstStyle/>
          <a:p>
            <a:pPr algn="ctr">
              <a:lnSpc>
                <a:spcPts val="7487"/>
              </a:lnSpc>
            </a:pPr>
            <a:r>
              <a:rPr lang="en-US" sz="6399" b="1">
                <a:solidFill>
                  <a:srgbClr val="FFFFFF"/>
                </a:solidFill>
                <a:latin typeface="Roboto Condensed Bold"/>
                <a:ea typeface="Roboto Condensed Bold"/>
                <a:cs typeface="Roboto Condensed Bold"/>
                <a:sym typeface="Roboto Condensed Bold"/>
              </a:rPr>
              <a:t>Methodologies</a:t>
            </a:r>
          </a:p>
        </p:txBody>
      </p:sp>
      <p:sp>
        <p:nvSpPr>
          <p:cNvPr id="29" name="TextBox 29"/>
          <p:cNvSpPr txBox="1"/>
          <p:nvPr/>
        </p:nvSpPr>
        <p:spPr>
          <a:xfrm>
            <a:off x="2748268" y="3251581"/>
            <a:ext cx="1738516" cy="858612"/>
          </a:xfrm>
          <a:prstGeom prst="rect">
            <a:avLst/>
          </a:prstGeom>
        </p:spPr>
        <p:txBody>
          <a:bodyPr lIns="0" tIns="0" rIns="0" bIns="0" rtlCol="0" anchor="t">
            <a:spAutoFit/>
          </a:bodyPr>
          <a:lstStyle/>
          <a:p>
            <a:pPr algn="ctr">
              <a:lnSpc>
                <a:spcPts val="3343"/>
              </a:lnSpc>
            </a:pPr>
            <a:r>
              <a:rPr lang="en-US" sz="2857">
                <a:solidFill>
                  <a:srgbClr val="FFFFFF"/>
                </a:solidFill>
                <a:latin typeface="Roboto Condensed"/>
                <a:ea typeface="Roboto Condensed"/>
                <a:cs typeface="Roboto Condensed"/>
                <a:sym typeface="Roboto Condensed"/>
              </a:rPr>
              <a:t>Model Training</a:t>
            </a:r>
          </a:p>
        </p:txBody>
      </p:sp>
      <p:sp>
        <p:nvSpPr>
          <p:cNvPr id="30" name="TextBox 30"/>
          <p:cNvSpPr txBox="1"/>
          <p:nvPr/>
        </p:nvSpPr>
        <p:spPr>
          <a:xfrm>
            <a:off x="2675253" y="6390284"/>
            <a:ext cx="1884546" cy="858622"/>
          </a:xfrm>
          <a:prstGeom prst="rect">
            <a:avLst/>
          </a:prstGeom>
        </p:spPr>
        <p:txBody>
          <a:bodyPr lIns="0" tIns="0" rIns="0" bIns="0" rtlCol="0" anchor="t">
            <a:spAutoFit/>
          </a:bodyPr>
          <a:lstStyle/>
          <a:p>
            <a:pPr algn="ctr">
              <a:lnSpc>
                <a:spcPts val="3346"/>
              </a:lnSpc>
            </a:pPr>
            <a:r>
              <a:rPr lang="en-US" sz="2859">
                <a:solidFill>
                  <a:srgbClr val="FFFFFF"/>
                </a:solidFill>
                <a:latin typeface="Roboto Condensed"/>
                <a:ea typeface="Roboto Condensed"/>
                <a:cs typeface="Roboto Condensed"/>
                <a:sym typeface="Roboto Condensed"/>
              </a:rPr>
              <a:t>System Integration</a:t>
            </a:r>
          </a:p>
        </p:txBody>
      </p:sp>
      <p:sp>
        <p:nvSpPr>
          <p:cNvPr id="31" name="TextBox 31"/>
          <p:cNvSpPr txBox="1"/>
          <p:nvPr/>
        </p:nvSpPr>
        <p:spPr>
          <a:xfrm>
            <a:off x="2748268" y="7902941"/>
            <a:ext cx="1957561" cy="858622"/>
          </a:xfrm>
          <a:prstGeom prst="rect">
            <a:avLst/>
          </a:prstGeom>
        </p:spPr>
        <p:txBody>
          <a:bodyPr lIns="0" tIns="0" rIns="0" bIns="0" rtlCol="0" anchor="t">
            <a:spAutoFit/>
          </a:bodyPr>
          <a:lstStyle/>
          <a:p>
            <a:pPr algn="ctr">
              <a:lnSpc>
                <a:spcPts val="3346"/>
              </a:lnSpc>
            </a:pPr>
            <a:r>
              <a:rPr lang="en-US" sz="2859">
                <a:solidFill>
                  <a:srgbClr val="FFFFFF"/>
                </a:solidFill>
                <a:latin typeface="Roboto Condensed"/>
                <a:ea typeface="Roboto Condensed"/>
                <a:cs typeface="Roboto Condensed"/>
                <a:sym typeface="Roboto Condensed"/>
              </a:rPr>
              <a:t>Testing &amp; Validation</a:t>
            </a:r>
          </a:p>
        </p:txBody>
      </p:sp>
      <p:sp>
        <p:nvSpPr>
          <p:cNvPr id="32" name="TextBox 32"/>
          <p:cNvSpPr txBox="1"/>
          <p:nvPr/>
        </p:nvSpPr>
        <p:spPr>
          <a:xfrm>
            <a:off x="2515056" y="4825270"/>
            <a:ext cx="2204941" cy="858487"/>
          </a:xfrm>
          <a:prstGeom prst="rect">
            <a:avLst/>
          </a:prstGeom>
        </p:spPr>
        <p:txBody>
          <a:bodyPr lIns="0" tIns="0" rIns="0" bIns="0" rtlCol="0" anchor="t">
            <a:spAutoFit/>
          </a:bodyPr>
          <a:lstStyle/>
          <a:p>
            <a:pPr algn="ctr">
              <a:lnSpc>
                <a:spcPts val="3305"/>
              </a:lnSpc>
            </a:pPr>
            <a:r>
              <a:rPr lang="en-US" sz="2824">
                <a:solidFill>
                  <a:srgbClr val="FFFFFF"/>
                </a:solidFill>
                <a:latin typeface="Roboto Condensed"/>
                <a:ea typeface="Roboto Condensed"/>
                <a:cs typeface="Roboto Condensed"/>
                <a:sym typeface="Roboto Condensed"/>
              </a:rPr>
              <a:t>Full Stack</a:t>
            </a:r>
          </a:p>
          <a:p>
            <a:pPr algn="ctr">
              <a:lnSpc>
                <a:spcPts val="3305"/>
              </a:lnSpc>
            </a:pPr>
            <a:r>
              <a:rPr lang="en-US" sz="2824">
                <a:solidFill>
                  <a:srgbClr val="FFFFFF"/>
                </a:solidFill>
                <a:latin typeface="Roboto Condensed"/>
                <a:ea typeface="Roboto Condensed"/>
                <a:cs typeface="Roboto Condensed"/>
                <a:sym typeface="Roboto Condensed"/>
              </a:rPr>
              <a:t>Development </a:t>
            </a:r>
          </a:p>
        </p:txBody>
      </p:sp>
      <p:sp>
        <p:nvSpPr>
          <p:cNvPr id="33" name="TextBox 33"/>
          <p:cNvSpPr txBox="1"/>
          <p:nvPr/>
        </p:nvSpPr>
        <p:spPr>
          <a:xfrm>
            <a:off x="6018221" y="3238810"/>
            <a:ext cx="5496504" cy="1226723"/>
          </a:xfrm>
          <a:prstGeom prst="rect">
            <a:avLst/>
          </a:prstGeom>
        </p:spPr>
        <p:txBody>
          <a:bodyPr lIns="0" tIns="0" rIns="0" bIns="0" rtlCol="0" anchor="t">
            <a:spAutoFit/>
          </a:bodyPr>
          <a:lstStyle/>
          <a:p>
            <a:pPr algn="l">
              <a:lnSpc>
                <a:spcPts val="2440"/>
              </a:lnSpc>
            </a:pPr>
            <a:r>
              <a:rPr lang="en-US" sz="2086">
                <a:solidFill>
                  <a:srgbClr val="FFFFFF"/>
                </a:solidFill>
                <a:latin typeface="Roboto Condensed"/>
                <a:ea typeface="Roboto Condensed"/>
                <a:cs typeface="Roboto Condensed"/>
                <a:sym typeface="Roboto Condensed"/>
              </a:rPr>
              <a:t>Fine-tune NLP models for extracting key information from documents and videos, ensuring accurate and relevant content generation.</a:t>
            </a:r>
          </a:p>
          <a:p>
            <a:pPr algn="l">
              <a:lnSpc>
                <a:spcPts val="2440"/>
              </a:lnSpc>
            </a:pPr>
            <a:endParaRPr lang="en-US" sz="2086">
              <a:solidFill>
                <a:srgbClr val="FFFFFF"/>
              </a:solidFill>
              <a:latin typeface="Roboto Condensed"/>
              <a:ea typeface="Roboto Condensed"/>
              <a:cs typeface="Roboto Condensed"/>
              <a:sym typeface="Roboto Condensed"/>
            </a:endParaRPr>
          </a:p>
        </p:txBody>
      </p:sp>
      <p:sp>
        <p:nvSpPr>
          <p:cNvPr id="34" name="TextBox 34"/>
          <p:cNvSpPr txBox="1"/>
          <p:nvPr/>
        </p:nvSpPr>
        <p:spPr>
          <a:xfrm>
            <a:off x="6018221" y="6367805"/>
            <a:ext cx="5496504" cy="1226723"/>
          </a:xfrm>
          <a:prstGeom prst="rect">
            <a:avLst/>
          </a:prstGeom>
        </p:spPr>
        <p:txBody>
          <a:bodyPr lIns="0" tIns="0" rIns="0" bIns="0" rtlCol="0" anchor="t">
            <a:spAutoFit/>
          </a:bodyPr>
          <a:lstStyle/>
          <a:p>
            <a:pPr algn="l">
              <a:lnSpc>
                <a:spcPts val="2440"/>
              </a:lnSpc>
            </a:pPr>
            <a:r>
              <a:rPr lang="en-US" sz="2086">
                <a:solidFill>
                  <a:srgbClr val="FFFFFF"/>
                </a:solidFill>
                <a:latin typeface="Roboto Condensed"/>
                <a:ea typeface="Roboto Condensed"/>
                <a:cs typeface="Roboto Condensed"/>
                <a:sym typeface="Roboto Condensed"/>
              </a:rPr>
              <a:t> Develop a seamless connection between the frontend and backend using Flask, with APIs to power the AI features.</a:t>
            </a:r>
          </a:p>
          <a:p>
            <a:pPr algn="l">
              <a:lnSpc>
                <a:spcPts val="2440"/>
              </a:lnSpc>
            </a:pPr>
            <a:endParaRPr lang="en-US" sz="2086">
              <a:solidFill>
                <a:srgbClr val="FFFFFF"/>
              </a:solidFill>
              <a:latin typeface="Roboto Condensed"/>
              <a:ea typeface="Roboto Condensed"/>
              <a:cs typeface="Roboto Condensed"/>
              <a:sym typeface="Roboto Condensed"/>
            </a:endParaRPr>
          </a:p>
        </p:txBody>
      </p:sp>
      <p:sp>
        <p:nvSpPr>
          <p:cNvPr id="35" name="TextBox 35"/>
          <p:cNvSpPr txBox="1"/>
          <p:nvPr/>
        </p:nvSpPr>
        <p:spPr>
          <a:xfrm>
            <a:off x="6037271" y="7902941"/>
            <a:ext cx="5496504" cy="1226723"/>
          </a:xfrm>
          <a:prstGeom prst="rect">
            <a:avLst/>
          </a:prstGeom>
        </p:spPr>
        <p:txBody>
          <a:bodyPr lIns="0" tIns="0" rIns="0" bIns="0" rtlCol="0" anchor="t">
            <a:spAutoFit/>
          </a:bodyPr>
          <a:lstStyle/>
          <a:p>
            <a:pPr algn="l">
              <a:lnSpc>
                <a:spcPts val="2440"/>
              </a:lnSpc>
            </a:pPr>
            <a:r>
              <a:rPr lang="en-US" sz="2086">
                <a:solidFill>
                  <a:srgbClr val="FFFFFF"/>
                </a:solidFill>
                <a:latin typeface="Roboto Condensed"/>
                <a:ea typeface="Roboto Condensed"/>
                <a:cs typeface="Roboto Condensed"/>
                <a:sym typeface="Roboto Condensed"/>
              </a:rPr>
              <a:t>Test the system with real users to refine features such as quiz generation, video summarization, and personalized learning.</a:t>
            </a:r>
          </a:p>
          <a:p>
            <a:pPr algn="l">
              <a:lnSpc>
                <a:spcPts val="2440"/>
              </a:lnSpc>
            </a:pPr>
            <a:endParaRPr lang="en-US" sz="2086">
              <a:solidFill>
                <a:srgbClr val="FFFFFF"/>
              </a:solidFill>
              <a:latin typeface="Roboto Condensed"/>
              <a:ea typeface="Roboto Condensed"/>
              <a:cs typeface="Roboto Condensed"/>
              <a:sym typeface="Roboto Condensed"/>
            </a:endParaRPr>
          </a:p>
        </p:txBody>
      </p:sp>
      <p:sp>
        <p:nvSpPr>
          <p:cNvPr id="36" name="TextBox 36"/>
          <p:cNvSpPr txBox="1"/>
          <p:nvPr/>
        </p:nvSpPr>
        <p:spPr>
          <a:xfrm>
            <a:off x="6018221" y="4776408"/>
            <a:ext cx="5496504" cy="922030"/>
          </a:xfrm>
          <a:prstGeom prst="rect">
            <a:avLst/>
          </a:prstGeom>
        </p:spPr>
        <p:txBody>
          <a:bodyPr lIns="0" tIns="0" rIns="0" bIns="0" rtlCol="0" anchor="t">
            <a:spAutoFit/>
          </a:bodyPr>
          <a:lstStyle/>
          <a:p>
            <a:pPr algn="l">
              <a:lnSpc>
                <a:spcPts val="2440"/>
              </a:lnSpc>
            </a:pPr>
            <a:r>
              <a:rPr lang="en-US" sz="2086">
                <a:solidFill>
                  <a:srgbClr val="FFFFFF"/>
                </a:solidFill>
                <a:latin typeface="Roboto Condensed"/>
                <a:ea typeface="Roboto Condensed"/>
                <a:cs typeface="Roboto Condensed"/>
                <a:sym typeface="Roboto Condensed"/>
              </a:rPr>
              <a:t>The user interface is built with Next.js and TypeScript, and TailwindCss. The backend is developed using Flask</a:t>
            </a:r>
          </a:p>
        </p:txBody>
      </p:sp>
      <p:sp>
        <p:nvSpPr>
          <p:cNvPr id="37" name="TextBox 37"/>
          <p:cNvSpPr txBox="1"/>
          <p:nvPr/>
        </p:nvSpPr>
        <p:spPr>
          <a:xfrm>
            <a:off x="16269571" y="5553634"/>
            <a:ext cx="989729" cy="488389"/>
          </a:xfrm>
          <a:prstGeom prst="rect">
            <a:avLst/>
          </a:prstGeom>
        </p:spPr>
        <p:txBody>
          <a:bodyPr lIns="0" tIns="0" rIns="0" bIns="0" rtlCol="0" anchor="t">
            <a:spAutoFit/>
          </a:bodyPr>
          <a:lstStyle/>
          <a:p>
            <a:pPr algn="l">
              <a:lnSpc>
                <a:spcPts val="3727"/>
              </a:lnSpc>
            </a:pPr>
            <a:r>
              <a:rPr lang="en-US" sz="3186">
                <a:solidFill>
                  <a:srgbClr val="FFFFFF"/>
                </a:solidFill>
                <a:latin typeface="Roboto Condensed"/>
                <a:ea typeface="Roboto Condensed"/>
                <a:cs typeface="Roboto Condensed"/>
                <a:sym typeface="Roboto Condensed"/>
              </a:rPr>
              <a:t>Flask</a:t>
            </a: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2227"/>
        </a:solidFill>
        <a:effectLst/>
      </p:bgPr>
    </p:bg>
    <p:spTree>
      <p:nvGrpSpPr>
        <p:cNvPr id="1" name=""/>
        <p:cNvGrpSpPr/>
        <p:nvPr/>
      </p:nvGrpSpPr>
      <p:grpSpPr>
        <a:xfrm>
          <a:off x="0" y="0"/>
          <a:ext cx="0" cy="0"/>
          <a:chOff x="0" y="0"/>
          <a:chExt cx="0" cy="0"/>
        </a:xfrm>
      </p:grpSpPr>
      <p:grpSp>
        <p:nvGrpSpPr>
          <p:cNvPr id="2" name="Group 2"/>
          <p:cNvGrpSpPr/>
          <p:nvPr/>
        </p:nvGrpSpPr>
        <p:grpSpPr>
          <a:xfrm>
            <a:off x="-20957464" y="-1250900"/>
            <a:ext cx="22666850" cy="12496550"/>
            <a:chOff x="0" y="0"/>
            <a:chExt cx="5969870" cy="3291272"/>
          </a:xfrm>
        </p:grpSpPr>
        <p:sp>
          <p:nvSpPr>
            <p:cNvPr id="3" name="Freeform 3"/>
            <p:cNvSpPr/>
            <p:nvPr/>
          </p:nvSpPr>
          <p:spPr>
            <a:xfrm>
              <a:off x="0" y="0"/>
              <a:ext cx="5969870" cy="3291272"/>
            </a:xfrm>
            <a:custGeom>
              <a:avLst/>
              <a:gdLst/>
              <a:ahLst/>
              <a:cxnLst/>
              <a:rect l="l" t="t" r="r" b="b"/>
              <a:pathLst>
                <a:path w="5969870" h="3291272">
                  <a:moveTo>
                    <a:pt x="0" y="0"/>
                  </a:moveTo>
                  <a:lnTo>
                    <a:pt x="5969870" y="0"/>
                  </a:lnTo>
                  <a:lnTo>
                    <a:pt x="5969870" y="3291272"/>
                  </a:lnTo>
                  <a:lnTo>
                    <a:pt x="0" y="3291272"/>
                  </a:lnTo>
                  <a:close/>
                </a:path>
              </a:pathLst>
            </a:custGeom>
            <a:solidFill>
              <a:srgbClr val="35858B"/>
            </a:solidFill>
          </p:spPr>
        </p:sp>
        <p:sp>
          <p:nvSpPr>
            <p:cNvPr id="4" name="TextBox 4"/>
            <p:cNvSpPr txBox="1"/>
            <p:nvPr/>
          </p:nvSpPr>
          <p:spPr>
            <a:xfrm>
              <a:off x="0" y="-38100"/>
              <a:ext cx="5969870" cy="3329372"/>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6622785" y="-1250900"/>
            <a:ext cx="2969200" cy="12496550"/>
            <a:chOff x="0" y="0"/>
            <a:chExt cx="782012" cy="3291272"/>
          </a:xfrm>
        </p:grpSpPr>
        <p:sp>
          <p:nvSpPr>
            <p:cNvPr id="6" name="Freeform 6"/>
            <p:cNvSpPr/>
            <p:nvPr/>
          </p:nvSpPr>
          <p:spPr>
            <a:xfrm>
              <a:off x="0" y="0"/>
              <a:ext cx="782012" cy="3291272"/>
            </a:xfrm>
            <a:custGeom>
              <a:avLst/>
              <a:gdLst/>
              <a:ahLst/>
              <a:cxnLst/>
              <a:rect l="l" t="t" r="r" b="b"/>
              <a:pathLst>
                <a:path w="782012" h="3291272">
                  <a:moveTo>
                    <a:pt x="0" y="0"/>
                  </a:moveTo>
                  <a:lnTo>
                    <a:pt x="782012" y="0"/>
                  </a:lnTo>
                  <a:lnTo>
                    <a:pt x="782012" y="3291272"/>
                  </a:lnTo>
                  <a:lnTo>
                    <a:pt x="0" y="3291272"/>
                  </a:lnTo>
                  <a:close/>
                </a:path>
              </a:pathLst>
            </a:custGeom>
            <a:solidFill>
              <a:srgbClr val="35858B"/>
            </a:solidFill>
          </p:spPr>
        </p:sp>
        <p:sp>
          <p:nvSpPr>
            <p:cNvPr id="7" name="TextBox 7"/>
            <p:cNvSpPr txBox="1"/>
            <p:nvPr/>
          </p:nvSpPr>
          <p:spPr>
            <a:xfrm>
              <a:off x="0" y="-38100"/>
              <a:ext cx="782012" cy="33293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5400000">
            <a:off x="11399998" y="5013876"/>
            <a:ext cx="10445574" cy="417823"/>
          </a:xfrm>
          <a:custGeom>
            <a:avLst/>
            <a:gdLst/>
            <a:ahLst/>
            <a:cxnLst/>
            <a:rect l="l" t="t" r="r" b="b"/>
            <a:pathLst>
              <a:path w="10445574" h="417823">
                <a:moveTo>
                  <a:pt x="0" y="0"/>
                </a:moveTo>
                <a:lnTo>
                  <a:pt x="10445574" y="0"/>
                </a:lnTo>
                <a:lnTo>
                  <a:pt x="10445574" y="417822"/>
                </a:lnTo>
                <a:lnTo>
                  <a:pt x="0" y="4178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400000" flipH="1">
            <a:off x="-3513402" y="5013876"/>
            <a:ext cx="10445574" cy="417823"/>
          </a:xfrm>
          <a:custGeom>
            <a:avLst/>
            <a:gdLst/>
            <a:ahLst/>
            <a:cxnLst/>
            <a:rect l="l" t="t" r="r" b="b"/>
            <a:pathLst>
              <a:path w="10445574" h="417823">
                <a:moveTo>
                  <a:pt x="10445574" y="0"/>
                </a:moveTo>
                <a:lnTo>
                  <a:pt x="0" y="0"/>
                </a:lnTo>
                <a:lnTo>
                  <a:pt x="0" y="417822"/>
                </a:lnTo>
                <a:lnTo>
                  <a:pt x="10445574" y="417822"/>
                </a:lnTo>
                <a:lnTo>
                  <a:pt x="1044557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5400000">
            <a:off x="-2935137" y="813078"/>
            <a:ext cx="5520044" cy="3795030"/>
          </a:xfrm>
          <a:custGeom>
            <a:avLst/>
            <a:gdLst/>
            <a:ahLst/>
            <a:cxnLst/>
            <a:rect l="l" t="t" r="r" b="b"/>
            <a:pathLst>
              <a:path w="5520044" h="3795030">
                <a:moveTo>
                  <a:pt x="0" y="0"/>
                </a:moveTo>
                <a:lnTo>
                  <a:pt x="5520044" y="0"/>
                </a:lnTo>
                <a:lnTo>
                  <a:pt x="5520044" y="3795030"/>
                </a:lnTo>
                <a:lnTo>
                  <a:pt x="0" y="37950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5400000">
            <a:off x="15760278" y="813078"/>
            <a:ext cx="5520044" cy="3795030"/>
          </a:xfrm>
          <a:custGeom>
            <a:avLst/>
            <a:gdLst/>
            <a:ahLst/>
            <a:cxnLst/>
            <a:rect l="l" t="t" r="r" b="b"/>
            <a:pathLst>
              <a:path w="5520044" h="3795030">
                <a:moveTo>
                  <a:pt x="0" y="0"/>
                </a:moveTo>
                <a:lnTo>
                  <a:pt x="5520045" y="0"/>
                </a:lnTo>
                <a:lnTo>
                  <a:pt x="5520045" y="3795030"/>
                </a:lnTo>
                <a:lnTo>
                  <a:pt x="0" y="37950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rot="-5400000">
            <a:off x="-2935137" y="6707407"/>
            <a:ext cx="5520044" cy="3795030"/>
          </a:xfrm>
          <a:custGeom>
            <a:avLst/>
            <a:gdLst/>
            <a:ahLst/>
            <a:cxnLst/>
            <a:rect l="l" t="t" r="r" b="b"/>
            <a:pathLst>
              <a:path w="5520044" h="3795030">
                <a:moveTo>
                  <a:pt x="0" y="0"/>
                </a:moveTo>
                <a:lnTo>
                  <a:pt x="5520044" y="0"/>
                </a:lnTo>
                <a:lnTo>
                  <a:pt x="5520044" y="3795030"/>
                </a:lnTo>
                <a:lnTo>
                  <a:pt x="0" y="37950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rot="-5400000">
            <a:off x="15760278" y="6707407"/>
            <a:ext cx="5520044" cy="3795030"/>
          </a:xfrm>
          <a:custGeom>
            <a:avLst/>
            <a:gdLst/>
            <a:ahLst/>
            <a:cxnLst/>
            <a:rect l="l" t="t" r="r" b="b"/>
            <a:pathLst>
              <a:path w="5520044" h="3795030">
                <a:moveTo>
                  <a:pt x="0" y="0"/>
                </a:moveTo>
                <a:lnTo>
                  <a:pt x="5520045" y="0"/>
                </a:lnTo>
                <a:lnTo>
                  <a:pt x="5520045" y="3795030"/>
                </a:lnTo>
                <a:lnTo>
                  <a:pt x="0" y="37950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a:off x="2979026" y="1642273"/>
            <a:ext cx="12329948" cy="8644727"/>
          </a:xfrm>
          <a:custGeom>
            <a:avLst/>
            <a:gdLst/>
            <a:ahLst/>
            <a:cxnLst/>
            <a:rect l="l" t="t" r="r" b="b"/>
            <a:pathLst>
              <a:path w="12329948" h="8644727">
                <a:moveTo>
                  <a:pt x="0" y="0"/>
                </a:moveTo>
                <a:lnTo>
                  <a:pt x="12329948" y="0"/>
                </a:lnTo>
                <a:lnTo>
                  <a:pt x="12329948" y="8644727"/>
                </a:lnTo>
                <a:lnTo>
                  <a:pt x="0" y="8644727"/>
                </a:lnTo>
                <a:lnTo>
                  <a:pt x="0" y="0"/>
                </a:lnTo>
                <a:close/>
              </a:path>
            </a:pathLst>
          </a:custGeom>
          <a:blipFill>
            <a:blip r:embed="rId6"/>
            <a:stretch>
              <a:fillRect r="-733"/>
            </a:stretch>
          </a:blipFill>
        </p:spPr>
      </p:sp>
      <p:sp>
        <p:nvSpPr>
          <p:cNvPr id="15" name="TextBox 15"/>
          <p:cNvSpPr txBox="1"/>
          <p:nvPr/>
        </p:nvSpPr>
        <p:spPr>
          <a:xfrm>
            <a:off x="3394672" y="408515"/>
            <a:ext cx="11498656" cy="957834"/>
          </a:xfrm>
          <a:prstGeom prst="rect">
            <a:avLst/>
          </a:prstGeom>
        </p:spPr>
        <p:txBody>
          <a:bodyPr lIns="0" tIns="0" rIns="0" bIns="0" rtlCol="0" anchor="t">
            <a:spAutoFit/>
          </a:bodyPr>
          <a:lstStyle/>
          <a:p>
            <a:pPr algn="ctr">
              <a:lnSpc>
                <a:spcPts val="7487"/>
              </a:lnSpc>
            </a:pPr>
            <a:r>
              <a:rPr lang="en-US" sz="6399" b="1">
                <a:solidFill>
                  <a:srgbClr val="3DEDE8"/>
                </a:solidFill>
                <a:latin typeface="Roboto Condensed Bold"/>
                <a:ea typeface="Roboto Condensed Bold"/>
                <a:cs typeface="Roboto Condensed Bold"/>
                <a:sym typeface="Roboto Condensed Bold"/>
              </a:rPr>
              <a:t>System Diagram</a:t>
            </a: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2227"/>
        </a:solidFill>
        <a:effectLst/>
      </p:bgPr>
    </p:bg>
    <p:spTree>
      <p:nvGrpSpPr>
        <p:cNvPr id="1" name=""/>
        <p:cNvGrpSpPr/>
        <p:nvPr/>
      </p:nvGrpSpPr>
      <p:grpSpPr>
        <a:xfrm>
          <a:off x="0" y="0"/>
          <a:ext cx="0" cy="0"/>
          <a:chOff x="0" y="0"/>
          <a:chExt cx="0" cy="0"/>
        </a:xfrm>
      </p:grpSpPr>
      <p:sp>
        <p:nvSpPr>
          <p:cNvPr id="2" name="Freeform 2"/>
          <p:cNvSpPr/>
          <p:nvPr/>
        </p:nvSpPr>
        <p:spPr>
          <a:xfrm rot="-10800000">
            <a:off x="-2614465" y="9258300"/>
            <a:ext cx="5933725" cy="924672"/>
          </a:xfrm>
          <a:custGeom>
            <a:avLst/>
            <a:gdLst/>
            <a:ahLst/>
            <a:cxnLst/>
            <a:rect l="l" t="t" r="r" b="b"/>
            <a:pathLst>
              <a:path w="5933725" h="924672">
                <a:moveTo>
                  <a:pt x="0" y="0"/>
                </a:moveTo>
                <a:lnTo>
                  <a:pt x="5933725" y="0"/>
                </a:lnTo>
                <a:lnTo>
                  <a:pt x="5933725" y="924672"/>
                </a:lnTo>
                <a:lnTo>
                  <a:pt x="0" y="9246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248560" y="2241669"/>
            <a:ext cx="16010740" cy="7182469"/>
            <a:chOff x="0" y="0"/>
            <a:chExt cx="21347654" cy="9576626"/>
          </a:xfrm>
        </p:grpSpPr>
        <p:grpSp>
          <p:nvGrpSpPr>
            <p:cNvPr id="4" name="Group 4"/>
            <p:cNvGrpSpPr/>
            <p:nvPr/>
          </p:nvGrpSpPr>
          <p:grpSpPr>
            <a:xfrm>
              <a:off x="0" y="1473056"/>
              <a:ext cx="21347654" cy="8103569"/>
              <a:chOff x="0" y="0"/>
              <a:chExt cx="6350000" cy="2410460"/>
            </a:xfrm>
          </p:grpSpPr>
          <p:sp>
            <p:nvSpPr>
              <p:cNvPr id="5" name="Freeform 5"/>
              <p:cNvSpPr/>
              <p:nvPr/>
            </p:nvSpPr>
            <p:spPr>
              <a:xfrm>
                <a:off x="0" y="0"/>
                <a:ext cx="6350000" cy="2410460"/>
              </a:xfrm>
              <a:custGeom>
                <a:avLst/>
                <a:gdLst/>
                <a:ahLst/>
                <a:cxnLst/>
                <a:rect l="l" t="t" r="r" b="b"/>
                <a:pathLst>
                  <a:path w="6350000" h="2410460">
                    <a:moveTo>
                      <a:pt x="0" y="0"/>
                    </a:moveTo>
                    <a:lnTo>
                      <a:pt x="6350000" y="0"/>
                    </a:lnTo>
                    <a:lnTo>
                      <a:pt x="6350000" y="2410460"/>
                    </a:lnTo>
                    <a:lnTo>
                      <a:pt x="0" y="2410460"/>
                    </a:lnTo>
                    <a:close/>
                  </a:path>
                </a:pathLst>
              </a:custGeom>
              <a:blipFill>
                <a:blip r:embed="rId4"/>
                <a:stretch>
                  <a:fillRect t="-18216"/>
                </a:stretch>
              </a:blipFill>
            </p:spPr>
          </p:sp>
        </p:grpSp>
        <p:grpSp>
          <p:nvGrpSpPr>
            <p:cNvPr id="6" name="Group 6"/>
            <p:cNvGrpSpPr/>
            <p:nvPr/>
          </p:nvGrpSpPr>
          <p:grpSpPr>
            <a:xfrm>
              <a:off x="0" y="0"/>
              <a:ext cx="21347654" cy="8103569"/>
              <a:chOff x="0" y="0"/>
              <a:chExt cx="6350000" cy="2410460"/>
            </a:xfrm>
          </p:grpSpPr>
          <p:sp>
            <p:nvSpPr>
              <p:cNvPr id="7" name="Freeform 7"/>
              <p:cNvSpPr/>
              <p:nvPr/>
            </p:nvSpPr>
            <p:spPr>
              <a:xfrm>
                <a:off x="0" y="0"/>
                <a:ext cx="6350000" cy="2410460"/>
              </a:xfrm>
              <a:custGeom>
                <a:avLst/>
                <a:gdLst/>
                <a:ahLst/>
                <a:cxnLst/>
                <a:rect l="l" t="t" r="r" b="b"/>
                <a:pathLst>
                  <a:path w="6350000" h="2410460">
                    <a:moveTo>
                      <a:pt x="0" y="0"/>
                    </a:moveTo>
                    <a:lnTo>
                      <a:pt x="6350000" y="0"/>
                    </a:lnTo>
                    <a:lnTo>
                      <a:pt x="6350000" y="2410460"/>
                    </a:lnTo>
                    <a:lnTo>
                      <a:pt x="0" y="2410460"/>
                    </a:lnTo>
                    <a:close/>
                  </a:path>
                </a:pathLst>
              </a:custGeom>
              <a:blipFill>
                <a:blip r:embed="rId4"/>
                <a:stretch>
                  <a:fillRect t="-400" b="-17815"/>
                </a:stretch>
              </a:blipFill>
            </p:spPr>
          </p:sp>
        </p:grpSp>
      </p:grpSp>
      <p:sp>
        <p:nvSpPr>
          <p:cNvPr id="8" name="TextBox 8"/>
          <p:cNvSpPr txBox="1"/>
          <p:nvPr/>
        </p:nvSpPr>
        <p:spPr>
          <a:xfrm>
            <a:off x="1028700" y="699714"/>
            <a:ext cx="5536757" cy="957834"/>
          </a:xfrm>
          <a:prstGeom prst="rect">
            <a:avLst/>
          </a:prstGeom>
        </p:spPr>
        <p:txBody>
          <a:bodyPr lIns="0" tIns="0" rIns="0" bIns="0" rtlCol="0" anchor="t">
            <a:spAutoFit/>
          </a:bodyPr>
          <a:lstStyle/>
          <a:p>
            <a:pPr algn="l">
              <a:lnSpc>
                <a:spcPts val="7487"/>
              </a:lnSpc>
            </a:pPr>
            <a:r>
              <a:rPr lang="en-US" sz="6399" b="1">
                <a:solidFill>
                  <a:srgbClr val="3DEDE8"/>
                </a:solidFill>
                <a:latin typeface="Roboto Condensed Bold"/>
                <a:ea typeface="Roboto Condensed Bold"/>
                <a:cs typeface="Roboto Condensed Bold"/>
                <a:sym typeface="Roboto Condensed Bold"/>
              </a:rPr>
              <a:t>Project Planning</a:t>
            </a:r>
          </a:p>
        </p:txBody>
      </p:sp>
      <p:sp>
        <p:nvSpPr>
          <p:cNvPr id="9" name="Freeform 9"/>
          <p:cNvSpPr/>
          <p:nvPr/>
        </p:nvSpPr>
        <p:spPr>
          <a:xfrm>
            <a:off x="14947979" y="0"/>
            <a:ext cx="5933725" cy="924672"/>
          </a:xfrm>
          <a:custGeom>
            <a:avLst/>
            <a:gdLst/>
            <a:ahLst/>
            <a:cxnLst/>
            <a:rect l="l" t="t" r="r" b="b"/>
            <a:pathLst>
              <a:path w="5933725" h="924672">
                <a:moveTo>
                  <a:pt x="0" y="0"/>
                </a:moveTo>
                <a:lnTo>
                  <a:pt x="5933725" y="0"/>
                </a:lnTo>
                <a:lnTo>
                  <a:pt x="5933725" y="924672"/>
                </a:lnTo>
                <a:lnTo>
                  <a:pt x="0" y="9246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2227"/>
        </a:solidFill>
        <a:effectLst/>
      </p:bgPr>
    </p:bg>
    <p:spTree>
      <p:nvGrpSpPr>
        <p:cNvPr id="1" name=""/>
        <p:cNvGrpSpPr/>
        <p:nvPr/>
      </p:nvGrpSpPr>
      <p:grpSpPr>
        <a:xfrm>
          <a:off x="0" y="0"/>
          <a:ext cx="0" cy="0"/>
          <a:chOff x="0" y="0"/>
          <a:chExt cx="0" cy="0"/>
        </a:xfrm>
      </p:grpSpPr>
      <p:sp>
        <p:nvSpPr>
          <p:cNvPr id="2" name="Freeform 2"/>
          <p:cNvSpPr/>
          <p:nvPr/>
        </p:nvSpPr>
        <p:spPr>
          <a:xfrm rot="5400000">
            <a:off x="-4392953" y="1543050"/>
            <a:ext cx="8337884" cy="7200900"/>
          </a:xfrm>
          <a:custGeom>
            <a:avLst/>
            <a:gdLst/>
            <a:ahLst/>
            <a:cxnLst/>
            <a:rect l="l" t="t" r="r" b="b"/>
            <a:pathLst>
              <a:path w="8337884" h="7200900">
                <a:moveTo>
                  <a:pt x="0" y="0"/>
                </a:moveTo>
                <a:lnTo>
                  <a:pt x="8337885" y="0"/>
                </a:lnTo>
                <a:lnTo>
                  <a:pt x="833788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4950" y="3086100"/>
            <a:ext cx="6462979" cy="4114800"/>
          </a:xfrm>
          <a:custGeom>
            <a:avLst/>
            <a:gdLst/>
            <a:ahLst/>
            <a:cxnLst/>
            <a:rect l="l" t="t" r="r" b="b"/>
            <a:pathLst>
              <a:path w="6462979" h="4114800">
                <a:moveTo>
                  <a:pt x="0" y="0"/>
                </a:moveTo>
                <a:lnTo>
                  <a:pt x="6462979" y="0"/>
                </a:lnTo>
                <a:lnTo>
                  <a:pt x="646297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flipH="1">
            <a:off x="-1373274" y="-2930750"/>
            <a:ext cx="6656150" cy="6581268"/>
          </a:xfrm>
          <a:custGeom>
            <a:avLst/>
            <a:gdLst/>
            <a:ahLst/>
            <a:cxnLst/>
            <a:rect l="l" t="t" r="r" b="b"/>
            <a:pathLst>
              <a:path w="6656150" h="6581268">
                <a:moveTo>
                  <a:pt x="6656149" y="0"/>
                </a:moveTo>
                <a:lnTo>
                  <a:pt x="0" y="0"/>
                </a:lnTo>
                <a:lnTo>
                  <a:pt x="0" y="6581268"/>
                </a:lnTo>
                <a:lnTo>
                  <a:pt x="6656149" y="6581268"/>
                </a:lnTo>
                <a:lnTo>
                  <a:pt x="665614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flipH="1">
            <a:off x="-1373274" y="7726991"/>
            <a:ext cx="6656150" cy="6581268"/>
          </a:xfrm>
          <a:custGeom>
            <a:avLst/>
            <a:gdLst/>
            <a:ahLst/>
            <a:cxnLst/>
            <a:rect l="l" t="t" r="r" b="b"/>
            <a:pathLst>
              <a:path w="6656150" h="6581268">
                <a:moveTo>
                  <a:pt x="6656149" y="0"/>
                </a:moveTo>
                <a:lnTo>
                  <a:pt x="0" y="0"/>
                </a:lnTo>
                <a:lnTo>
                  <a:pt x="0" y="6581268"/>
                </a:lnTo>
                <a:lnTo>
                  <a:pt x="6656149" y="6581268"/>
                </a:lnTo>
                <a:lnTo>
                  <a:pt x="6656149"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6" name="Group 6"/>
          <p:cNvGrpSpPr>
            <a:grpSpLocks noChangeAspect="1"/>
          </p:cNvGrpSpPr>
          <p:nvPr/>
        </p:nvGrpSpPr>
        <p:grpSpPr>
          <a:xfrm>
            <a:off x="7610837" y="5123345"/>
            <a:ext cx="2793657" cy="3754250"/>
            <a:chOff x="0" y="0"/>
            <a:chExt cx="3663950" cy="4923790"/>
          </a:xfrm>
        </p:grpSpPr>
        <p:sp>
          <p:nvSpPr>
            <p:cNvPr id="7" name="Freeform 7"/>
            <p:cNvSpPr/>
            <p:nvPr/>
          </p:nvSpPr>
          <p:spPr>
            <a:xfrm>
              <a:off x="31750" y="31750"/>
              <a:ext cx="3600450" cy="4859020"/>
            </a:xfrm>
            <a:custGeom>
              <a:avLst/>
              <a:gdLst/>
              <a:ahLst/>
              <a:cxnLst/>
              <a:rect l="l" t="t" r="r" b="b"/>
              <a:pathLst>
                <a:path w="3600450" h="485902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8"/>
              <a:stretch>
                <a:fillRect l="-28854" t="-20237" r="-20540" b="-9248"/>
              </a:stretch>
            </a:blipFill>
          </p:spPr>
        </p:sp>
        <p:sp>
          <p:nvSpPr>
            <p:cNvPr id="8" name="Freeform 8"/>
            <p:cNvSpPr/>
            <p:nvPr/>
          </p:nvSpPr>
          <p:spPr>
            <a:xfrm>
              <a:off x="0" y="0"/>
              <a:ext cx="3663950" cy="4923790"/>
            </a:xfrm>
            <a:custGeom>
              <a:avLst/>
              <a:gdLst/>
              <a:ahLst/>
              <a:cxnLst/>
              <a:rect l="l" t="t" r="r" b="b"/>
              <a:pathLst>
                <a:path w="3663950"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CEEAFF"/>
            </a:solidFill>
          </p:spPr>
        </p:sp>
      </p:grpSp>
      <p:grpSp>
        <p:nvGrpSpPr>
          <p:cNvPr id="9" name="Group 9"/>
          <p:cNvGrpSpPr>
            <a:grpSpLocks noChangeAspect="1"/>
          </p:cNvGrpSpPr>
          <p:nvPr/>
        </p:nvGrpSpPr>
        <p:grpSpPr>
          <a:xfrm>
            <a:off x="13841384" y="5123345"/>
            <a:ext cx="2793657" cy="3754250"/>
            <a:chOff x="0" y="0"/>
            <a:chExt cx="3663950" cy="4923790"/>
          </a:xfrm>
        </p:grpSpPr>
        <p:sp>
          <p:nvSpPr>
            <p:cNvPr id="10" name="Freeform 10"/>
            <p:cNvSpPr/>
            <p:nvPr/>
          </p:nvSpPr>
          <p:spPr>
            <a:xfrm>
              <a:off x="31750" y="31750"/>
              <a:ext cx="3600450" cy="4859020"/>
            </a:xfrm>
            <a:custGeom>
              <a:avLst/>
              <a:gdLst/>
              <a:ahLst/>
              <a:cxnLst/>
              <a:rect l="l" t="t" r="r" b="b"/>
              <a:pathLst>
                <a:path w="3600450" h="485902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9"/>
              <a:stretch>
                <a:fillRect l="-17477" r="-17477"/>
              </a:stretch>
            </a:blipFill>
          </p:spPr>
        </p:sp>
        <p:sp>
          <p:nvSpPr>
            <p:cNvPr id="11" name="Freeform 11"/>
            <p:cNvSpPr/>
            <p:nvPr/>
          </p:nvSpPr>
          <p:spPr>
            <a:xfrm>
              <a:off x="0" y="0"/>
              <a:ext cx="3663950" cy="4923790"/>
            </a:xfrm>
            <a:custGeom>
              <a:avLst/>
              <a:gdLst/>
              <a:ahLst/>
              <a:cxnLst/>
              <a:rect l="l" t="t" r="r" b="b"/>
              <a:pathLst>
                <a:path w="3663950"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CEEAFF"/>
            </a:solidFill>
          </p:spPr>
        </p:sp>
      </p:grpSp>
      <p:grpSp>
        <p:nvGrpSpPr>
          <p:cNvPr id="12" name="Group 12"/>
          <p:cNvGrpSpPr>
            <a:grpSpLocks noChangeAspect="1"/>
          </p:cNvGrpSpPr>
          <p:nvPr/>
        </p:nvGrpSpPr>
        <p:grpSpPr>
          <a:xfrm>
            <a:off x="10723877" y="5123345"/>
            <a:ext cx="2793657" cy="3754250"/>
            <a:chOff x="0" y="0"/>
            <a:chExt cx="3663950" cy="4923790"/>
          </a:xfrm>
        </p:grpSpPr>
        <p:sp>
          <p:nvSpPr>
            <p:cNvPr id="13" name="Freeform 13"/>
            <p:cNvSpPr/>
            <p:nvPr/>
          </p:nvSpPr>
          <p:spPr>
            <a:xfrm>
              <a:off x="31750" y="31750"/>
              <a:ext cx="3600450" cy="4859020"/>
            </a:xfrm>
            <a:custGeom>
              <a:avLst/>
              <a:gdLst/>
              <a:ahLst/>
              <a:cxnLst/>
              <a:rect l="l" t="t" r="r" b="b"/>
              <a:pathLst>
                <a:path w="3600450" h="485902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10"/>
              <a:stretch>
                <a:fillRect l="-4705" t="-2529" r="-9375" b="-10179"/>
              </a:stretch>
            </a:blipFill>
          </p:spPr>
        </p:sp>
        <p:sp>
          <p:nvSpPr>
            <p:cNvPr id="14" name="Freeform 14"/>
            <p:cNvSpPr/>
            <p:nvPr/>
          </p:nvSpPr>
          <p:spPr>
            <a:xfrm>
              <a:off x="0" y="0"/>
              <a:ext cx="3663950" cy="4923790"/>
            </a:xfrm>
            <a:custGeom>
              <a:avLst/>
              <a:gdLst/>
              <a:ahLst/>
              <a:cxnLst/>
              <a:rect l="l" t="t" r="r" b="b"/>
              <a:pathLst>
                <a:path w="3663950"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CEEAFF"/>
            </a:solidFill>
          </p:spPr>
        </p:sp>
      </p:grpSp>
      <p:grpSp>
        <p:nvGrpSpPr>
          <p:cNvPr id="15" name="Group 15"/>
          <p:cNvGrpSpPr>
            <a:grpSpLocks noChangeAspect="1"/>
          </p:cNvGrpSpPr>
          <p:nvPr/>
        </p:nvGrpSpPr>
        <p:grpSpPr>
          <a:xfrm>
            <a:off x="10769159" y="241343"/>
            <a:ext cx="2769657" cy="3721997"/>
            <a:chOff x="0" y="0"/>
            <a:chExt cx="3663950" cy="4923790"/>
          </a:xfrm>
        </p:grpSpPr>
        <p:sp>
          <p:nvSpPr>
            <p:cNvPr id="16" name="Freeform 16"/>
            <p:cNvSpPr/>
            <p:nvPr/>
          </p:nvSpPr>
          <p:spPr>
            <a:xfrm>
              <a:off x="31750" y="31750"/>
              <a:ext cx="3600450" cy="4859020"/>
            </a:xfrm>
            <a:custGeom>
              <a:avLst/>
              <a:gdLst/>
              <a:ahLst/>
              <a:cxnLst/>
              <a:rect l="l" t="t" r="r" b="b"/>
              <a:pathLst>
                <a:path w="3600450" h="485902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11"/>
              <a:stretch>
                <a:fillRect l="-17477" r="-17477"/>
              </a:stretch>
            </a:blipFill>
          </p:spPr>
        </p:sp>
        <p:sp>
          <p:nvSpPr>
            <p:cNvPr id="17" name="Freeform 17"/>
            <p:cNvSpPr/>
            <p:nvPr/>
          </p:nvSpPr>
          <p:spPr>
            <a:xfrm>
              <a:off x="0" y="0"/>
              <a:ext cx="3663950" cy="4923790"/>
            </a:xfrm>
            <a:custGeom>
              <a:avLst/>
              <a:gdLst/>
              <a:ahLst/>
              <a:cxnLst/>
              <a:rect l="l" t="t" r="r" b="b"/>
              <a:pathLst>
                <a:path w="3663950"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CEEAFF"/>
            </a:solidFill>
          </p:spPr>
        </p:sp>
      </p:grpSp>
      <p:sp>
        <p:nvSpPr>
          <p:cNvPr id="18" name="TextBox 18"/>
          <p:cNvSpPr txBox="1"/>
          <p:nvPr/>
        </p:nvSpPr>
        <p:spPr>
          <a:xfrm>
            <a:off x="1002599" y="4264660"/>
            <a:ext cx="4747682" cy="1805305"/>
          </a:xfrm>
          <a:prstGeom prst="rect">
            <a:avLst/>
          </a:prstGeom>
        </p:spPr>
        <p:txBody>
          <a:bodyPr lIns="0" tIns="0" rIns="0" bIns="0" rtlCol="0" anchor="t">
            <a:spAutoFit/>
          </a:bodyPr>
          <a:lstStyle/>
          <a:p>
            <a:pPr algn="ctr">
              <a:lnSpc>
                <a:spcPts val="7039"/>
              </a:lnSpc>
            </a:pPr>
            <a:r>
              <a:rPr lang="en-US" sz="6399" b="1">
                <a:solidFill>
                  <a:srgbClr val="FFFFFF"/>
                </a:solidFill>
                <a:latin typeface="Roboto Condensed Bold"/>
                <a:ea typeface="Roboto Condensed Bold"/>
                <a:cs typeface="Roboto Condensed Bold"/>
                <a:sym typeface="Roboto Condensed Bold"/>
              </a:rPr>
              <a:t>Our</a:t>
            </a:r>
          </a:p>
          <a:p>
            <a:pPr algn="ctr">
              <a:lnSpc>
                <a:spcPts val="7039"/>
              </a:lnSpc>
            </a:pPr>
            <a:r>
              <a:rPr lang="en-US" sz="6399" b="1">
                <a:solidFill>
                  <a:srgbClr val="FFFFFF"/>
                </a:solidFill>
                <a:latin typeface="Roboto Condensed Bold"/>
                <a:ea typeface="Roboto Condensed Bold"/>
                <a:cs typeface="Roboto Condensed Bold"/>
                <a:sym typeface="Roboto Condensed Bold"/>
              </a:rPr>
              <a:t>FYP Group</a:t>
            </a:r>
          </a:p>
        </p:txBody>
      </p:sp>
      <p:sp>
        <p:nvSpPr>
          <p:cNvPr id="19" name="TextBox 19"/>
          <p:cNvSpPr txBox="1"/>
          <p:nvPr/>
        </p:nvSpPr>
        <p:spPr>
          <a:xfrm>
            <a:off x="10702594" y="4068115"/>
            <a:ext cx="2836222" cy="412874"/>
          </a:xfrm>
          <a:prstGeom prst="rect">
            <a:avLst/>
          </a:prstGeom>
        </p:spPr>
        <p:txBody>
          <a:bodyPr lIns="0" tIns="0" rIns="0" bIns="0" rtlCol="0" anchor="t">
            <a:spAutoFit/>
          </a:bodyPr>
          <a:lstStyle/>
          <a:p>
            <a:pPr algn="ctr">
              <a:lnSpc>
                <a:spcPts val="3149"/>
              </a:lnSpc>
            </a:pPr>
            <a:r>
              <a:rPr lang="en-US" sz="2691">
                <a:solidFill>
                  <a:srgbClr val="AEFEFF"/>
                </a:solidFill>
                <a:latin typeface="Roboto Condensed"/>
                <a:ea typeface="Roboto Condensed"/>
                <a:cs typeface="Roboto Condensed"/>
                <a:sym typeface="Roboto Condensed"/>
              </a:rPr>
              <a:t>Ms Saeeda Kanwal</a:t>
            </a:r>
          </a:p>
        </p:txBody>
      </p:sp>
      <p:sp>
        <p:nvSpPr>
          <p:cNvPr id="20" name="TextBox 20"/>
          <p:cNvSpPr txBox="1"/>
          <p:nvPr/>
        </p:nvSpPr>
        <p:spPr>
          <a:xfrm>
            <a:off x="11021466" y="4471465"/>
            <a:ext cx="2164297" cy="412874"/>
          </a:xfrm>
          <a:prstGeom prst="rect">
            <a:avLst/>
          </a:prstGeom>
        </p:spPr>
        <p:txBody>
          <a:bodyPr lIns="0" tIns="0" rIns="0" bIns="0" rtlCol="0" anchor="t">
            <a:spAutoFit/>
          </a:bodyPr>
          <a:lstStyle/>
          <a:p>
            <a:pPr algn="ctr">
              <a:lnSpc>
                <a:spcPts val="3149"/>
              </a:lnSpc>
            </a:pPr>
            <a:r>
              <a:rPr lang="en-US" sz="2691">
                <a:solidFill>
                  <a:srgbClr val="FFFFFF"/>
                </a:solidFill>
                <a:latin typeface="Roboto Condensed"/>
                <a:ea typeface="Roboto Condensed"/>
                <a:cs typeface="Roboto Condensed"/>
                <a:sym typeface="Roboto Condensed"/>
              </a:rPr>
              <a:t>Supervisor</a:t>
            </a:r>
          </a:p>
        </p:txBody>
      </p:sp>
      <p:sp>
        <p:nvSpPr>
          <p:cNvPr id="21" name="TextBox 21"/>
          <p:cNvSpPr txBox="1"/>
          <p:nvPr/>
        </p:nvSpPr>
        <p:spPr>
          <a:xfrm>
            <a:off x="10887698" y="8973839"/>
            <a:ext cx="2346031" cy="395709"/>
          </a:xfrm>
          <a:prstGeom prst="rect">
            <a:avLst/>
          </a:prstGeom>
        </p:spPr>
        <p:txBody>
          <a:bodyPr lIns="0" tIns="0" rIns="0" bIns="0" rtlCol="0" anchor="t">
            <a:spAutoFit/>
          </a:bodyPr>
          <a:lstStyle/>
          <a:p>
            <a:pPr algn="ctr">
              <a:lnSpc>
                <a:spcPts val="3015"/>
              </a:lnSpc>
            </a:pPr>
            <a:r>
              <a:rPr lang="en-US" sz="2576">
                <a:solidFill>
                  <a:srgbClr val="AEFEFF"/>
                </a:solidFill>
                <a:latin typeface="Roboto Condensed"/>
                <a:ea typeface="Roboto Condensed"/>
                <a:cs typeface="Roboto Condensed"/>
                <a:sym typeface="Roboto Condensed"/>
              </a:rPr>
              <a:t>Fawaz Ahmed</a:t>
            </a:r>
          </a:p>
        </p:txBody>
      </p:sp>
      <p:sp>
        <p:nvSpPr>
          <p:cNvPr id="22" name="TextBox 22"/>
          <p:cNvSpPr txBox="1"/>
          <p:nvPr/>
        </p:nvSpPr>
        <p:spPr>
          <a:xfrm>
            <a:off x="11024619" y="9360023"/>
            <a:ext cx="2072189" cy="395709"/>
          </a:xfrm>
          <a:prstGeom prst="rect">
            <a:avLst/>
          </a:prstGeom>
        </p:spPr>
        <p:txBody>
          <a:bodyPr lIns="0" tIns="0" rIns="0" bIns="0" rtlCol="0" anchor="t">
            <a:spAutoFit/>
          </a:bodyPr>
          <a:lstStyle/>
          <a:p>
            <a:pPr algn="ctr">
              <a:lnSpc>
                <a:spcPts val="3015"/>
              </a:lnSpc>
            </a:pPr>
            <a:r>
              <a:rPr lang="en-US" sz="2576">
                <a:solidFill>
                  <a:srgbClr val="FFFFFF"/>
                </a:solidFill>
                <a:latin typeface="Roboto Condensed"/>
                <a:ea typeface="Roboto Condensed"/>
                <a:cs typeface="Roboto Condensed"/>
                <a:sym typeface="Roboto Condensed"/>
              </a:rPr>
              <a:t>21k-4717</a:t>
            </a:r>
          </a:p>
        </p:txBody>
      </p:sp>
      <p:sp>
        <p:nvSpPr>
          <p:cNvPr id="23" name="TextBox 23"/>
          <p:cNvSpPr txBox="1"/>
          <p:nvPr/>
        </p:nvSpPr>
        <p:spPr>
          <a:xfrm>
            <a:off x="13837360" y="8973839"/>
            <a:ext cx="2797682" cy="395709"/>
          </a:xfrm>
          <a:prstGeom prst="rect">
            <a:avLst/>
          </a:prstGeom>
        </p:spPr>
        <p:txBody>
          <a:bodyPr lIns="0" tIns="0" rIns="0" bIns="0" rtlCol="0" anchor="t">
            <a:spAutoFit/>
          </a:bodyPr>
          <a:lstStyle/>
          <a:p>
            <a:pPr algn="ctr">
              <a:lnSpc>
                <a:spcPts val="3015"/>
              </a:lnSpc>
            </a:pPr>
            <a:r>
              <a:rPr lang="en-US" sz="2576">
                <a:solidFill>
                  <a:srgbClr val="AEFEFF"/>
                </a:solidFill>
                <a:latin typeface="Roboto Condensed"/>
                <a:ea typeface="Roboto Condensed"/>
                <a:cs typeface="Roboto Condensed"/>
                <a:sym typeface="Roboto Condensed"/>
              </a:rPr>
              <a:t>Muhammad Daniyal</a:t>
            </a:r>
          </a:p>
        </p:txBody>
      </p:sp>
      <p:sp>
        <p:nvSpPr>
          <p:cNvPr id="24" name="TextBox 24"/>
          <p:cNvSpPr txBox="1"/>
          <p:nvPr/>
        </p:nvSpPr>
        <p:spPr>
          <a:xfrm>
            <a:off x="14183742" y="9360023"/>
            <a:ext cx="2072189" cy="395709"/>
          </a:xfrm>
          <a:prstGeom prst="rect">
            <a:avLst/>
          </a:prstGeom>
        </p:spPr>
        <p:txBody>
          <a:bodyPr lIns="0" tIns="0" rIns="0" bIns="0" rtlCol="0" anchor="t">
            <a:spAutoFit/>
          </a:bodyPr>
          <a:lstStyle/>
          <a:p>
            <a:pPr algn="ctr">
              <a:lnSpc>
                <a:spcPts val="3015"/>
              </a:lnSpc>
            </a:pPr>
            <a:r>
              <a:rPr lang="en-US" sz="2576">
                <a:solidFill>
                  <a:srgbClr val="FFFFFF"/>
                </a:solidFill>
                <a:latin typeface="Roboto Condensed"/>
                <a:ea typeface="Roboto Condensed"/>
                <a:cs typeface="Roboto Condensed"/>
                <a:sym typeface="Roboto Condensed"/>
              </a:rPr>
              <a:t>21k-4723</a:t>
            </a:r>
          </a:p>
        </p:txBody>
      </p:sp>
      <p:sp>
        <p:nvSpPr>
          <p:cNvPr id="25" name="TextBox 25"/>
          <p:cNvSpPr txBox="1"/>
          <p:nvPr/>
        </p:nvSpPr>
        <p:spPr>
          <a:xfrm>
            <a:off x="7726913" y="8973839"/>
            <a:ext cx="2346031" cy="395709"/>
          </a:xfrm>
          <a:prstGeom prst="rect">
            <a:avLst/>
          </a:prstGeom>
        </p:spPr>
        <p:txBody>
          <a:bodyPr lIns="0" tIns="0" rIns="0" bIns="0" rtlCol="0" anchor="t">
            <a:spAutoFit/>
          </a:bodyPr>
          <a:lstStyle/>
          <a:p>
            <a:pPr algn="ctr">
              <a:lnSpc>
                <a:spcPts val="3015"/>
              </a:lnSpc>
            </a:pPr>
            <a:r>
              <a:rPr lang="en-US" sz="2576">
                <a:solidFill>
                  <a:srgbClr val="AEFEFF"/>
                </a:solidFill>
                <a:latin typeface="Roboto Condensed"/>
                <a:ea typeface="Roboto Condensed"/>
                <a:cs typeface="Roboto Condensed"/>
                <a:sym typeface="Roboto Condensed"/>
              </a:rPr>
              <a:t>Shahzaib Mirza</a:t>
            </a:r>
          </a:p>
        </p:txBody>
      </p:sp>
      <p:sp>
        <p:nvSpPr>
          <p:cNvPr id="26" name="TextBox 26"/>
          <p:cNvSpPr txBox="1"/>
          <p:nvPr/>
        </p:nvSpPr>
        <p:spPr>
          <a:xfrm>
            <a:off x="7863833" y="9360023"/>
            <a:ext cx="2072189" cy="395709"/>
          </a:xfrm>
          <a:prstGeom prst="rect">
            <a:avLst/>
          </a:prstGeom>
        </p:spPr>
        <p:txBody>
          <a:bodyPr lIns="0" tIns="0" rIns="0" bIns="0" rtlCol="0" anchor="t">
            <a:spAutoFit/>
          </a:bodyPr>
          <a:lstStyle/>
          <a:p>
            <a:pPr algn="ctr">
              <a:lnSpc>
                <a:spcPts val="3015"/>
              </a:lnSpc>
            </a:pPr>
            <a:r>
              <a:rPr lang="en-US" sz="2576">
                <a:solidFill>
                  <a:srgbClr val="FFFFFF"/>
                </a:solidFill>
                <a:latin typeface="Roboto Condensed"/>
                <a:ea typeface="Roboto Condensed"/>
                <a:cs typeface="Roboto Condensed"/>
                <a:sym typeface="Roboto Condensed"/>
              </a:rPr>
              <a:t>21k-3819</a:t>
            </a: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2227"/>
        </a:solidFill>
        <a:effectLst/>
      </p:bgPr>
    </p:bg>
    <p:spTree>
      <p:nvGrpSpPr>
        <p:cNvPr id="1" name=""/>
        <p:cNvGrpSpPr/>
        <p:nvPr/>
      </p:nvGrpSpPr>
      <p:grpSpPr>
        <a:xfrm>
          <a:off x="0" y="0"/>
          <a:ext cx="0" cy="0"/>
          <a:chOff x="0" y="0"/>
          <a:chExt cx="0" cy="0"/>
        </a:xfrm>
      </p:grpSpPr>
      <p:sp>
        <p:nvSpPr>
          <p:cNvPr id="2" name="Freeform 2"/>
          <p:cNvSpPr/>
          <p:nvPr/>
        </p:nvSpPr>
        <p:spPr>
          <a:xfrm>
            <a:off x="0" y="6381969"/>
            <a:ext cx="5680045" cy="3905031"/>
          </a:xfrm>
          <a:custGeom>
            <a:avLst/>
            <a:gdLst/>
            <a:ahLst/>
            <a:cxnLst/>
            <a:rect l="l" t="t" r="r" b="b"/>
            <a:pathLst>
              <a:path w="5680045" h="3905031">
                <a:moveTo>
                  <a:pt x="0" y="0"/>
                </a:moveTo>
                <a:lnTo>
                  <a:pt x="5680045" y="0"/>
                </a:lnTo>
                <a:lnTo>
                  <a:pt x="5680045" y="3905031"/>
                </a:lnTo>
                <a:lnTo>
                  <a:pt x="0" y="39050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12607955" y="6381969"/>
            <a:ext cx="5680045" cy="3905031"/>
          </a:xfrm>
          <a:custGeom>
            <a:avLst/>
            <a:gdLst/>
            <a:ahLst/>
            <a:cxnLst/>
            <a:rect l="l" t="t" r="r" b="b"/>
            <a:pathLst>
              <a:path w="5680045" h="3905031">
                <a:moveTo>
                  <a:pt x="0" y="0"/>
                </a:moveTo>
                <a:lnTo>
                  <a:pt x="5680045" y="0"/>
                </a:lnTo>
                <a:lnTo>
                  <a:pt x="5680045" y="3905031"/>
                </a:lnTo>
                <a:lnTo>
                  <a:pt x="0" y="39050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650721" y="4402025"/>
            <a:ext cx="8576157" cy="1544193"/>
          </a:xfrm>
          <a:prstGeom prst="rect">
            <a:avLst/>
          </a:prstGeom>
        </p:spPr>
        <p:txBody>
          <a:bodyPr lIns="0" tIns="0" rIns="0" bIns="0" rtlCol="0" anchor="t">
            <a:spAutoFit/>
          </a:bodyPr>
          <a:lstStyle/>
          <a:p>
            <a:pPr algn="ctr">
              <a:lnSpc>
                <a:spcPts val="12050"/>
              </a:lnSpc>
            </a:pPr>
            <a:r>
              <a:rPr lang="en-US" sz="10299" b="1">
                <a:solidFill>
                  <a:srgbClr val="3DEDE8"/>
                </a:solidFill>
                <a:latin typeface="Roboto Condensed Bold"/>
                <a:ea typeface="Roboto Condensed Bold"/>
                <a:cs typeface="Roboto Condensed Bold"/>
                <a:sym typeface="Roboto Condensed Bold"/>
              </a:rPr>
              <a:t>THANK YOU</a:t>
            </a:r>
          </a:p>
        </p:txBody>
      </p:sp>
      <p:sp>
        <p:nvSpPr>
          <p:cNvPr id="5" name="Freeform 5"/>
          <p:cNvSpPr/>
          <p:nvPr/>
        </p:nvSpPr>
        <p:spPr>
          <a:xfrm rot="-10800000">
            <a:off x="-2116005" y="1543262"/>
            <a:ext cx="20404005" cy="816160"/>
          </a:xfrm>
          <a:custGeom>
            <a:avLst/>
            <a:gdLst/>
            <a:ahLst/>
            <a:cxnLst/>
            <a:rect l="l" t="t" r="r" b="b"/>
            <a:pathLst>
              <a:path w="20404005" h="816160">
                <a:moveTo>
                  <a:pt x="0" y="0"/>
                </a:moveTo>
                <a:lnTo>
                  <a:pt x="20404005" y="0"/>
                </a:lnTo>
                <a:lnTo>
                  <a:pt x="20404005" y="816160"/>
                </a:lnTo>
                <a:lnTo>
                  <a:pt x="0" y="8161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413</Words>
  <Application>Microsoft Office PowerPoint</Application>
  <PresentationFormat>Custom</PresentationFormat>
  <Paragraphs>65</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Roboto Condensed Bold</vt:lpstr>
      <vt:lpstr>Poppins Bold</vt:lpstr>
      <vt:lpstr>Calibri</vt:lpstr>
      <vt:lpstr>Lato</vt:lpstr>
      <vt:lpstr>Roboto Condensed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 Blue Futuristic Technology Project Proposal Presentation</dc:title>
  <cp:lastModifiedBy>Fawaz</cp:lastModifiedBy>
  <cp:revision>2</cp:revision>
  <dcterms:created xsi:type="dcterms:W3CDTF">2006-08-16T00:00:00Z</dcterms:created>
  <dcterms:modified xsi:type="dcterms:W3CDTF">2024-09-23T21:55:38Z</dcterms:modified>
  <dc:identifier>DAGRm57_KNA</dc:identifier>
</cp:coreProperties>
</file>